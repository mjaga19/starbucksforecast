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14"/>
  </p:notesMasterIdLst>
  <p:sldIdLst>
    <p:sldId id="256" r:id="rId4"/>
    <p:sldId id="310" r:id="rId5"/>
    <p:sldId id="268" r:id="rId6"/>
    <p:sldId id="281" r:id="rId7"/>
    <p:sldId id="311" r:id="rId8"/>
    <p:sldId id="282" r:id="rId9"/>
    <p:sldId id="283" r:id="rId10"/>
    <p:sldId id="284" r:id="rId11"/>
    <p:sldId id="307" r:id="rId12"/>
    <p:sldId id="309" r:id="rId13"/>
  </p:sldIdLst>
  <p:sldSz cx="9144000" cy="5143500" type="screen16x9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637FCA-4D79-4EEE-870D-1E8E08DE0389}">
  <a:tblStyle styleId="{9F637FCA-4D79-4EEE-870D-1E8E08DE03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02efae655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g3402efae655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402efae655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●Pre-Pandemic: Starbucks grew steadily from $24.7B in FY2018 to $26.5B in FY2019, supported by digital tools and store growth.</a:t>
            </a:r>
            <a:endParaRPr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●Pandemic: FY2020 dropped to $23.5B due to global closures and reduced mobility. Q2 and Q3 were the worst hit.</a:t>
            </a:r>
            <a:endParaRPr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●Post-Pandemic: FY2021 rebounded to $29.1B; FY2023–24 stabilised near $36B. Margins tightened due to labour and inflation costs.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Pre-Pandemic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Starbucks revenue grew from $24.7B in FY2018 to $26.5B in FY2019 (CAGR ~3.5%), </a:t>
            </a:r>
            <a:r>
              <a:rPr lang="en" b="1">
                <a:solidFill>
                  <a:schemeClr val="dk1"/>
                </a:solidFill>
              </a:rPr>
              <a:t>driven by same-store sales growth and new store openings.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Strong digital engagement, with expanding use of Starbucks Rewards and Mobile Order &amp; Pay, especially in the U.S.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Significant international expansion, especially in China, </a:t>
            </a:r>
            <a:r>
              <a:rPr lang="en" b="1">
                <a:solidFill>
                  <a:schemeClr val="dk1"/>
                </a:solidFill>
              </a:rPr>
              <a:t>which contributed $3.0B in revenue in 2019.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Pandemic: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Global revenue declined to $23.5B in FY2020, a ~11% YoY decline due to </a:t>
            </a:r>
            <a:r>
              <a:rPr lang="en" b="1">
                <a:solidFill>
                  <a:schemeClr val="dk1"/>
                </a:solidFill>
              </a:rPr>
              <a:t>temporary store closures, reduced hours, and lower footfall.</a:t>
            </a:r>
            <a:br>
              <a:rPr lang="en" b="1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Temporary shift in consumer habits; reduced urban and commuter foot traffic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Starbucks closed stores temporarily across all major markets . U.S. comparable store sales fell </a:t>
            </a:r>
            <a:r>
              <a:rPr lang="en" b="1">
                <a:solidFill>
                  <a:schemeClr val="dk1"/>
                </a:solidFill>
              </a:rPr>
              <a:t>12%</a:t>
            </a:r>
            <a:r>
              <a:rPr lang="en">
                <a:solidFill>
                  <a:schemeClr val="dk1"/>
                </a:solidFill>
              </a:rPr>
              <a:t>, while international markets faced even greater disruption, notably China.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Post-Pandemic: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FY2021 revenue rebounded to $29.1B, up 24% Yo</a:t>
            </a:r>
            <a:r>
              <a:rPr lang="en" b="1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,</a:t>
            </a:r>
            <a:r>
              <a:rPr lang="en" b="1">
                <a:solidFill>
                  <a:schemeClr val="dk1"/>
                </a:solidFill>
              </a:rPr>
              <a:t> driven by reopening and increased digital ordering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FY2023 and FY2024 revenues stabilised at $35.98B and $36.18B respectively.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However, inflation, higher wages, and reduced transaction volumes began compressing operating margins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g3402efae655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402efae655_1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g3402efae655_1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519315bf4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519315bf49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519315bf49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519315bf49_5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519315bf49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519315bf49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5130055ec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4" name="Google Shape;994;g35130055ec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402efae655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g3402efae655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9"/>
            </a:gs>
            <a:gs pos="80000">
              <a:srgbClr val="DFDAD9"/>
            </a:gs>
            <a:gs pos="100000">
              <a:srgbClr val="ECEAE9"/>
            </a:gs>
          </a:gsLst>
          <a:lin ang="5400000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41"/>
          <p:cNvGrpSpPr/>
          <p:nvPr/>
        </p:nvGrpSpPr>
        <p:grpSpPr>
          <a:xfrm>
            <a:off x="2325599" y="1427733"/>
            <a:ext cx="1497179" cy="1337068"/>
            <a:chOff x="4276278" y="1615753"/>
            <a:chExt cx="3642778" cy="3628602"/>
          </a:xfrm>
        </p:grpSpPr>
        <p:sp>
          <p:nvSpPr>
            <p:cNvPr id="219" name="Google Shape;219;p41"/>
            <p:cNvSpPr/>
            <p:nvPr/>
          </p:nvSpPr>
          <p:spPr>
            <a:xfrm>
              <a:off x="4276278" y="1615753"/>
              <a:ext cx="3642778" cy="3628602"/>
            </a:xfrm>
            <a:custGeom>
              <a:avLst/>
              <a:gdLst/>
              <a:ahLst/>
              <a:cxnLst/>
              <a:rect l="l" t="t" r="r" b="b"/>
              <a:pathLst>
                <a:path w="3642778" h="3628601" extrusionOk="0">
                  <a:moveTo>
                    <a:pt x="3642779" y="1982233"/>
                  </a:moveTo>
                  <a:cubicBezTo>
                    <a:pt x="3640666" y="1999752"/>
                    <a:pt x="3638007" y="2017203"/>
                    <a:pt x="3636508" y="2034722"/>
                  </a:cubicBezTo>
                  <a:cubicBezTo>
                    <a:pt x="3634667" y="2056126"/>
                    <a:pt x="3634804" y="2055922"/>
                    <a:pt x="3613467" y="2057762"/>
                  </a:cubicBezTo>
                  <a:cubicBezTo>
                    <a:pt x="3549867" y="2063147"/>
                    <a:pt x="3490971" y="2047878"/>
                    <a:pt x="3435483" y="2017885"/>
                  </a:cubicBezTo>
                  <a:cubicBezTo>
                    <a:pt x="3395878" y="1996480"/>
                    <a:pt x="3356751" y="1974189"/>
                    <a:pt x="3316941" y="1953194"/>
                  </a:cubicBezTo>
                  <a:cubicBezTo>
                    <a:pt x="3268815" y="1927768"/>
                    <a:pt x="3217145" y="1914884"/>
                    <a:pt x="3162816" y="1912635"/>
                  </a:cubicBezTo>
                  <a:cubicBezTo>
                    <a:pt x="3156340" y="1912362"/>
                    <a:pt x="3149864" y="1912635"/>
                    <a:pt x="3141616" y="1912635"/>
                  </a:cubicBezTo>
                  <a:cubicBezTo>
                    <a:pt x="3152318" y="1960215"/>
                    <a:pt x="3162543" y="2005683"/>
                    <a:pt x="3172495" y="2050059"/>
                  </a:cubicBezTo>
                  <a:cubicBezTo>
                    <a:pt x="3198194" y="2054831"/>
                    <a:pt x="3223757" y="2058171"/>
                    <a:pt x="3248569" y="2064511"/>
                  </a:cubicBezTo>
                  <a:cubicBezTo>
                    <a:pt x="3296218" y="2076713"/>
                    <a:pt x="3337255" y="2103366"/>
                    <a:pt x="3378973" y="2128111"/>
                  </a:cubicBezTo>
                  <a:cubicBezTo>
                    <a:pt x="3426962" y="2156536"/>
                    <a:pt x="3475702" y="2183530"/>
                    <a:pt x="3532144" y="2190961"/>
                  </a:cubicBezTo>
                  <a:cubicBezTo>
                    <a:pt x="3550072" y="2193346"/>
                    <a:pt x="3568409" y="2192937"/>
                    <a:pt x="3586610" y="2193619"/>
                  </a:cubicBezTo>
                  <a:cubicBezTo>
                    <a:pt x="3594653" y="2193892"/>
                    <a:pt x="3602697" y="2193619"/>
                    <a:pt x="3612854" y="2193619"/>
                  </a:cubicBezTo>
                  <a:cubicBezTo>
                    <a:pt x="3601129" y="2239632"/>
                    <a:pt x="3589813" y="2285099"/>
                    <a:pt x="3577475" y="2330362"/>
                  </a:cubicBezTo>
                  <a:cubicBezTo>
                    <a:pt x="3576521" y="2333838"/>
                    <a:pt x="3568273" y="2337042"/>
                    <a:pt x="3563297" y="2337315"/>
                  </a:cubicBezTo>
                  <a:cubicBezTo>
                    <a:pt x="3514898" y="2339837"/>
                    <a:pt x="3472021" y="2323068"/>
                    <a:pt x="3431598" y="2298255"/>
                  </a:cubicBezTo>
                  <a:cubicBezTo>
                    <a:pt x="3399287" y="2278419"/>
                    <a:pt x="3367453" y="2257628"/>
                    <a:pt x="3334460" y="2239018"/>
                  </a:cubicBezTo>
                  <a:cubicBezTo>
                    <a:pt x="3292810" y="2215569"/>
                    <a:pt x="3247956" y="2202344"/>
                    <a:pt x="3199626" y="2203503"/>
                  </a:cubicBezTo>
                  <a:cubicBezTo>
                    <a:pt x="3197581" y="2203503"/>
                    <a:pt x="3195604" y="2203503"/>
                    <a:pt x="3193559" y="2203776"/>
                  </a:cubicBezTo>
                  <a:cubicBezTo>
                    <a:pt x="3192673" y="2203912"/>
                    <a:pt x="3191786" y="2204526"/>
                    <a:pt x="3190082" y="2205276"/>
                  </a:cubicBezTo>
                  <a:lnTo>
                    <a:pt x="3190082" y="2324431"/>
                  </a:lnTo>
                  <a:cubicBezTo>
                    <a:pt x="3207669" y="2326749"/>
                    <a:pt x="3224779" y="2327908"/>
                    <a:pt x="3241412" y="2331316"/>
                  </a:cubicBezTo>
                  <a:cubicBezTo>
                    <a:pt x="3282380" y="2339769"/>
                    <a:pt x="3317418" y="2360969"/>
                    <a:pt x="3351502" y="2384077"/>
                  </a:cubicBezTo>
                  <a:cubicBezTo>
                    <a:pt x="3368680" y="2395734"/>
                    <a:pt x="3385790" y="2407527"/>
                    <a:pt x="3403308" y="2418638"/>
                  </a:cubicBezTo>
                  <a:cubicBezTo>
                    <a:pt x="3442436" y="2443451"/>
                    <a:pt x="3484155" y="2460356"/>
                    <a:pt x="3533984" y="2457425"/>
                  </a:cubicBezTo>
                  <a:cubicBezTo>
                    <a:pt x="3531871" y="2463901"/>
                    <a:pt x="3530644" y="2468605"/>
                    <a:pt x="3528804" y="2473035"/>
                  </a:cubicBezTo>
                  <a:cubicBezTo>
                    <a:pt x="3513125" y="2510868"/>
                    <a:pt x="3496834" y="2548496"/>
                    <a:pt x="3481837" y="2586601"/>
                  </a:cubicBezTo>
                  <a:cubicBezTo>
                    <a:pt x="3476997" y="2598940"/>
                    <a:pt x="3470589" y="2600371"/>
                    <a:pt x="3458728" y="2597644"/>
                  </a:cubicBezTo>
                  <a:cubicBezTo>
                    <a:pt x="3425463" y="2589942"/>
                    <a:pt x="3400036" y="2569287"/>
                    <a:pt x="3373315" y="2550064"/>
                  </a:cubicBezTo>
                  <a:cubicBezTo>
                    <a:pt x="3342981" y="2528319"/>
                    <a:pt x="3312510" y="2506369"/>
                    <a:pt x="3279926" y="2488441"/>
                  </a:cubicBezTo>
                  <a:cubicBezTo>
                    <a:pt x="3252660" y="2473376"/>
                    <a:pt x="3221166" y="2470922"/>
                    <a:pt x="3189878" y="2471536"/>
                  </a:cubicBezTo>
                  <a:cubicBezTo>
                    <a:pt x="3181152" y="2471672"/>
                    <a:pt x="3177880" y="2474331"/>
                    <a:pt x="3176449" y="2483465"/>
                  </a:cubicBezTo>
                  <a:cubicBezTo>
                    <a:pt x="3171814" y="2513867"/>
                    <a:pt x="3165883" y="2544133"/>
                    <a:pt x="3160430" y="2574400"/>
                  </a:cubicBezTo>
                  <a:cubicBezTo>
                    <a:pt x="3178221" y="2576444"/>
                    <a:pt x="3195945" y="2577331"/>
                    <a:pt x="3213123" y="2580739"/>
                  </a:cubicBezTo>
                  <a:cubicBezTo>
                    <a:pt x="3255045" y="2589055"/>
                    <a:pt x="3286675" y="2615368"/>
                    <a:pt x="3317895" y="2642294"/>
                  </a:cubicBezTo>
                  <a:cubicBezTo>
                    <a:pt x="3333642" y="2655791"/>
                    <a:pt x="3349184" y="2669970"/>
                    <a:pt x="3366635" y="2680876"/>
                  </a:cubicBezTo>
                  <a:cubicBezTo>
                    <a:pt x="3383540" y="2691306"/>
                    <a:pt x="3402831" y="2697918"/>
                    <a:pt x="3422668" y="2706916"/>
                  </a:cubicBezTo>
                  <a:cubicBezTo>
                    <a:pt x="3397991" y="2748021"/>
                    <a:pt x="3372429" y="2790557"/>
                    <a:pt x="3345298" y="2835752"/>
                  </a:cubicBezTo>
                  <a:cubicBezTo>
                    <a:pt x="3328529" y="2822050"/>
                    <a:pt x="3313669" y="2810121"/>
                    <a:pt x="3299013" y="2797987"/>
                  </a:cubicBezTo>
                  <a:cubicBezTo>
                    <a:pt x="3274882" y="2777946"/>
                    <a:pt x="3251637" y="2756678"/>
                    <a:pt x="3226552" y="2738000"/>
                  </a:cubicBezTo>
                  <a:cubicBezTo>
                    <a:pt x="3198535" y="2717073"/>
                    <a:pt x="3165679" y="2706712"/>
                    <a:pt x="3129959" y="2703099"/>
                  </a:cubicBezTo>
                  <a:cubicBezTo>
                    <a:pt x="3139639" y="2667447"/>
                    <a:pt x="3148909" y="2633228"/>
                    <a:pt x="3157839" y="2600371"/>
                  </a:cubicBezTo>
                  <a:cubicBezTo>
                    <a:pt x="3123347" y="2594918"/>
                    <a:pt x="3091172" y="2591714"/>
                    <a:pt x="3059815" y="2584556"/>
                  </a:cubicBezTo>
                  <a:cubicBezTo>
                    <a:pt x="2985309" y="2567515"/>
                    <a:pt x="2920346" y="2531318"/>
                    <a:pt x="2862813" y="2481488"/>
                  </a:cubicBezTo>
                  <a:cubicBezTo>
                    <a:pt x="2859404" y="2478557"/>
                    <a:pt x="2855587" y="2473240"/>
                    <a:pt x="2855928" y="2469422"/>
                  </a:cubicBezTo>
                  <a:cubicBezTo>
                    <a:pt x="2862676" y="2393484"/>
                    <a:pt x="2828525" y="2331725"/>
                    <a:pt x="2786602" y="2273511"/>
                  </a:cubicBezTo>
                  <a:cubicBezTo>
                    <a:pt x="2746997" y="2218500"/>
                    <a:pt x="2704529" y="2165466"/>
                    <a:pt x="2664243" y="2110864"/>
                  </a:cubicBezTo>
                  <a:cubicBezTo>
                    <a:pt x="2643520" y="2082780"/>
                    <a:pt x="2624910" y="2052991"/>
                    <a:pt x="2618298" y="2017748"/>
                  </a:cubicBezTo>
                  <a:cubicBezTo>
                    <a:pt x="2611140" y="1980052"/>
                    <a:pt x="2618025" y="1942969"/>
                    <a:pt x="2626546" y="1906636"/>
                  </a:cubicBezTo>
                  <a:cubicBezTo>
                    <a:pt x="2640248" y="1848149"/>
                    <a:pt x="2658994" y="1790820"/>
                    <a:pt x="2671332" y="1732061"/>
                  </a:cubicBezTo>
                  <a:cubicBezTo>
                    <a:pt x="2713936" y="1528719"/>
                    <a:pt x="2655176" y="1354484"/>
                    <a:pt x="2514616" y="1205335"/>
                  </a:cubicBezTo>
                  <a:cubicBezTo>
                    <a:pt x="2498392" y="1188088"/>
                    <a:pt x="2478283" y="1174523"/>
                    <a:pt x="2460014" y="1159254"/>
                  </a:cubicBezTo>
                  <a:cubicBezTo>
                    <a:pt x="2458651" y="1160617"/>
                    <a:pt x="2457356" y="1161981"/>
                    <a:pt x="2455992" y="1163344"/>
                  </a:cubicBezTo>
                  <a:cubicBezTo>
                    <a:pt x="2461446" y="1170774"/>
                    <a:pt x="2466899" y="1178341"/>
                    <a:pt x="2472421" y="1185703"/>
                  </a:cubicBezTo>
                  <a:cubicBezTo>
                    <a:pt x="2531181" y="1264163"/>
                    <a:pt x="2578148" y="1348622"/>
                    <a:pt x="2601188" y="1444737"/>
                  </a:cubicBezTo>
                  <a:cubicBezTo>
                    <a:pt x="2625319" y="1545215"/>
                    <a:pt x="2617753" y="1644398"/>
                    <a:pt x="2588373" y="1742831"/>
                  </a:cubicBezTo>
                  <a:cubicBezTo>
                    <a:pt x="2572353" y="1796546"/>
                    <a:pt x="2556743" y="1850398"/>
                    <a:pt x="2543587" y="1904864"/>
                  </a:cubicBezTo>
                  <a:cubicBezTo>
                    <a:pt x="2522319" y="1992731"/>
                    <a:pt x="2536430" y="2074395"/>
                    <a:pt x="2591781" y="2147674"/>
                  </a:cubicBezTo>
                  <a:cubicBezTo>
                    <a:pt x="2632954" y="2202208"/>
                    <a:pt x="2673854" y="2256946"/>
                    <a:pt x="2713868" y="2312434"/>
                  </a:cubicBezTo>
                  <a:cubicBezTo>
                    <a:pt x="2737658" y="2345427"/>
                    <a:pt x="2756745" y="2381282"/>
                    <a:pt x="2766016" y="2421297"/>
                  </a:cubicBezTo>
                  <a:cubicBezTo>
                    <a:pt x="2777604" y="2471263"/>
                    <a:pt x="2770924" y="2520548"/>
                    <a:pt x="2752314" y="2567174"/>
                  </a:cubicBezTo>
                  <a:cubicBezTo>
                    <a:pt x="2733023" y="2615436"/>
                    <a:pt x="2709642" y="2662130"/>
                    <a:pt x="2687351" y="2709165"/>
                  </a:cubicBezTo>
                  <a:cubicBezTo>
                    <a:pt x="2683125" y="2718027"/>
                    <a:pt x="2683602" y="2723140"/>
                    <a:pt x="2690828" y="2729888"/>
                  </a:cubicBezTo>
                  <a:cubicBezTo>
                    <a:pt x="2768674" y="2802009"/>
                    <a:pt x="2856678" y="2855861"/>
                    <a:pt x="2961519" y="2878220"/>
                  </a:cubicBezTo>
                  <a:cubicBezTo>
                    <a:pt x="2983468" y="2882923"/>
                    <a:pt x="3006577" y="2883196"/>
                    <a:pt x="3029208" y="2883537"/>
                  </a:cubicBezTo>
                  <a:cubicBezTo>
                    <a:pt x="3051908" y="2883877"/>
                    <a:pt x="3066837" y="2870789"/>
                    <a:pt x="3075698" y="2850476"/>
                  </a:cubicBezTo>
                  <a:cubicBezTo>
                    <a:pt x="3081560" y="2837047"/>
                    <a:pt x="3088514" y="2823891"/>
                    <a:pt x="3092399" y="2809848"/>
                  </a:cubicBezTo>
                  <a:cubicBezTo>
                    <a:pt x="3096625" y="2794579"/>
                    <a:pt x="3105624" y="2793215"/>
                    <a:pt x="3118507" y="2795942"/>
                  </a:cubicBezTo>
                  <a:cubicBezTo>
                    <a:pt x="3147887" y="2802145"/>
                    <a:pt x="3174268" y="2814620"/>
                    <a:pt x="3196558" y="2834525"/>
                  </a:cubicBezTo>
                  <a:cubicBezTo>
                    <a:pt x="3218099" y="2853748"/>
                    <a:pt x="3238344" y="2874402"/>
                    <a:pt x="3259204" y="2894307"/>
                  </a:cubicBezTo>
                  <a:cubicBezTo>
                    <a:pt x="3267997" y="2902692"/>
                    <a:pt x="3277063" y="2910735"/>
                    <a:pt x="3288311" y="2921028"/>
                  </a:cubicBezTo>
                  <a:cubicBezTo>
                    <a:pt x="3259340" y="2957021"/>
                    <a:pt x="3229960" y="2993422"/>
                    <a:pt x="3199353" y="3031391"/>
                  </a:cubicBezTo>
                  <a:cubicBezTo>
                    <a:pt x="3153886" y="2980879"/>
                    <a:pt x="3113803" y="2925936"/>
                    <a:pt x="3043660" y="2906577"/>
                  </a:cubicBezTo>
                  <a:cubicBezTo>
                    <a:pt x="3030163" y="2930776"/>
                    <a:pt x="3016734" y="2954771"/>
                    <a:pt x="3002146" y="2980879"/>
                  </a:cubicBezTo>
                  <a:cubicBezTo>
                    <a:pt x="3063428" y="3001465"/>
                    <a:pt x="3098261" y="3050409"/>
                    <a:pt x="3136708" y="3098808"/>
                  </a:cubicBezTo>
                  <a:cubicBezTo>
                    <a:pt x="3101602" y="3132209"/>
                    <a:pt x="3066905" y="3165270"/>
                    <a:pt x="3031458" y="3199081"/>
                  </a:cubicBezTo>
                  <a:cubicBezTo>
                    <a:pt x="3002214" y="3157840"/>
                    <a:pt x="2972562" y="3119599"/>
                    <a:pt x="2929753" y="3091105"/>
                  </a:cubicBezTo>
                  <a:cubicBezTo>
                    <a:pt x="2913938" y="3111487"/>
                    <a:pt x="2898532" y="3131323"/>
                    <a:pt x="2882104" y="3152592"/>
                  </a:cubicBezTo>
                  <a:cubicBezTo>
                    <a:pt x="2917823" y="3179995"/>
                    <a:pt x="2944477" y="3214351"/>
                    <a:pt x="2967176" y="3254842"/>
                  </a:cubicBezTo>
                  <a:cubicBezTo>
                    <a:pt x="2924095" y="3286471"/>
                    <a:pt x="2881491" y="3317828"/>
                    <a:pt x="2836569" y="3350821"/>
                  </a:cubicBezTo>
                  <a:cubicBezTo>
                    <a:pt x="2819936" y="3252183"/>
                    <a:pt x="2757427" y="3182108"/>
                    <a:pt x="2704461" y="3106783"/>
                  </a:cubicBezTo>
                  <a:cubicBezTo>
                    <a:pt x="2676172" y="3066565"/>
                    <a:pt x="2648837" y="3025869"/>
                    <a:pt x="2632000" y="2979175"/>
                  </a:cubicBezTo>
                  <a:cubicBezTo>
                    <a:pt x="2615776" y="2934253"/>
                    <a:pt x="2612299" y="2888581"/>
                    <a:pt x="2623342" y="2841955"/>
                  </a:cubicBezTo>
                  <a:cubicBezTo>
                    <a:pt x="2624092" y="2838683"/>
                    <a:pt x="2624092" y="2835206"/>
                    <a:pt x="2624978" y="2827231"/>
                  </a:cubicBezTo>
                  <a:cubicBezTo>
                    <a:pt x="2619798" y="2834252"/>
                    <a:pt x="2616935" y="2837524"/>
                    <a:pt x="2614753" y="2841137"/>
                  </a:cubicBezTo>
                  <a:cubicBezTo>
                    <a:pt x="2568468" y="2916870"/>
                    <a:pt x="2562537" y="2996012"/>
                    <a:pt x="2601393" y="3075563"/>
                  </a:cubicBezTo>
                  <a:cubicBezTo>
                    <a:pt x="2626887" y="3127710"/>
                    <a:pt x="2657698" y="3177268"/>
                    <a:pt x="2686806" y="3227643"/>
                  </a:cubicBezTo>
                  <a:cubicBezTo>
                    <a:pt x="2712709" y="3272429"/>
                    <a:pt x="2738136" y="3317146"/>
                    <a:pt x="2749519" y="3368408"/>
                  </a:cubicBezTo>
                  <a:cubicBezTo>
                    <a:pt x="2756404" y="3399628"/>
                    <a:pt x="2756949" y="3399697"/>
                    <a:pt x="2729819" y="3415102"/>
                  </a:cubicBezTo>
                  <a:cubicBezTo>
                    <a:pt x="2704802" y="3429281"/>
                    <a:pt x="2679512" y="3443051"/>
                    <a:pt x="2652722" y="3457911"/>
                  </a:cubicBezTo>
                  <a:cubicBezTo>
                    <a:pt x="2649791" y="3439506"/>
                    <a:pt x="2647814" y="3423146"/>
                    <a:pt x="2644474" y="3407059"/>
                  </a:cubicBezTo>
                  <a:cubicBezTo>
                    <a:pt x="2632681" y="3350616"/>
                    <a:pt x="2608550" y="3298809"/>
                    <a:pt x="2583124" y="3247548"/>
                  </a:cubicBezTo>
                  <a:cubicBezTo>
                    <a:pt x="2552858" y="3186334"/>
                    <a:pt x="2521705" y="3125529"/>
                    <a:pt x="2492871" y="3063702"/>
                  </a:cubicBezTo>
                  <a:cubicBezTo>
                    <a:pt x="2459469" y="2991990"/>
                    <a:pt x="2462332" y="2919938"/>
                    <a:pt x="2500437" y="2850816"/>
                  </a:cubicBezTo>
                  <a:cubicBezTo>
                    <a:pt x="2531658" y="2794170"/>
                    <a:pt x="2566355" y="2739432"/>
                    <a:pt x="2598325" y="2683126"/>
                  </a:cubicBezTo>
                  <a:cubicBezTo>
                    <a:pt x="2616526" y="2651087"/>
                    <a:pt x="2634113" y="2618435"/>
                    <a:pt x="2648769" y="2584693"/>
                  </a:cubicBezTo>
                  <a:cubicBezTo>
                    <a:pt x="2689191" y="2491917"/>
                    <a:pt x="2682239" y="2401596"/>
                    <a:pt x="2625933" y="2317410"/>
                  </a:cubicBezTo>
                  <a:cubicBezTo>
                    <a:pt x="2591372" y="2265740"/>
                    <a:pt x="2552449" y="2216932"/>
                    <a:pt x="2515638" y="2166761"/>
                  </a:cubicBezTo>
                  <a:cubicBezTo>
                    <a:pt x="2504868" y="2152037"/>
                    <a:pt x="2494779" y="2136904"/>
                    <a:pt x="2484214" y="2122044"/>
                  </a:cubicBezTo>
                  <a:cubicBezTo>
                    <a:pt x="2432679" y="2049173"/>
                    <a:pt x="2428862" y="1969622"/>
                    <a:pt x="2453470" y="1887209"/>
                  </a:cubicBezTo>
                  <a:cubicBezTo>
                    <a:pt x="2468944" y="1835470"/>
                    <a:pt x="2487486" y="1784617"/>
                    <a:pt x="2504664" y="1733356"/>
                  </a:cubicBezTo>
                  <a:cubicBezTo>
                    <a:pt x="2526545" y="1668188"/>
                    <a:pt x="2540656" y="1601180"/>
                    <a:pt x="2538883" y="1532468"/>
                  </a:cubicBezTo>
                  <a:cubicBezTo>
                    <a:pt x="2534521" y="1359869"/>
                    <a:pt x="2466558" y="1217264"/>
                    <a:pt x="2332065" y="1107583"/>
                  </a:cubicBezTo>
                  <a:cubicBezTo>
                    <a:pt x="2323885" y="1100903"/>
                    <a:pt x="2314410" y="1095722"/>
                    <a:pt x="2305480" y="1090064"/>
                  </a:cubicBezTo>
                  <a:cubicBezTo>
                    <a:pt x="2302549" y="1088224"/>
                    <a:pt x="2299208" y="1086997"/>
                    <a:pt x="2293755" y="1087338"/>
                  </a:cubicBezTo>
                  <a:cubicBezTo>
                    <a:pt x="2297436" y="1092655"/>
                    <a:pt x="2300776" y="1098244"/>
                    <a:pt x="2304798" y="1103289"/>
                  </a:cubicBezTo>
                  <a:cubicBezTo>
                    <a:pt x="2364512" y="1177727"/>
                    <a:pt x="2414751" y="1257210"/>
                    <a:pt x="2438269" y="1351144"/>
                  </a:cubicBezTo>
                  <a:cubicBezTo>
                    <a:pt x="2467308" y="1467028"/>
                    <a:pt x="2459810" y="1580526"/>
                    <a:pt x="2418432" y="1692456"/>
                  </a:cubicBezTo>
                  <a:cubicBezTo>
                    <a:pt x="2396006" y="1753056"/>
                    <a:pt x="2374056" y="1813929"/>
                    <a:pt x="2355651" y="1875825"/>
                  </a:cubicBezTo>
                  <a:cubicBezTo>
                    <a:pt x="2321363" y="1990959"/>
                    <a:pt x="2343858" y="2095390"/>
                    <a:pt x="2419728" y="2188984"/>
                  </a:cubicBezTo>
                  <a:cubicBezTo>
                    <a:pt x="2455379" y="2233019"/>
                    <a:pt x="2489326" y="2278555"/>
                    <a:pt x="2522251" y="2324704"/>
                  </a:cubicBezTo>
                  <a:cubicBezTo>
                    <a:pt x="2546518" y="2358719"/>
                    <a:pt x="2563015" y="2396620"/>
                    <a:pt x="2569286" y="2438679"/>
                  </a:cubicBezTo>
                  <a:cubicBezTo>
                    <a:pt x="2575966" y="2483806"/>
                    <a:pt x="2568536" y="2527501"/>
                    <a:pt x="2548972" y="2567174"/>
                  </a:cubicBezTo>
                  <a:cubicBezTo>
                    <a:pt x="2523546" y="2618776"/>
                    <a:pt x="2493212" y="2667925"/>
                    <a:pt x="2464377" y="2717755"/>
                  </a:cubicBezTo>
                  <a:cubicBezTo>
                    <a:pt x="2441337" y="2757564"/>
                    <a:pt x="2415842" y="2796078"/>
                    <a:pt x="2393892" y="2836501"/>
                  </a:cubicBezTo>
                  <a:cubicBezTo>
                    <a:pt x="2344744" y="2927027"/>
                    <a:pt x="2343653" y="3019462"/>
                    <a:pt x="2389461" y="3111555"/>
                  </a:cubicBezTo>
                  <a:cubicBezTo>
                    <a:pt x="2423477" y="3179926"/>
                    <a:pt x="2460014" y="3247071"/>
                    <a:pt x="2494439" y="3315170"/>
                  </a:cubicBezTo>
                  <a:cubicBezTo>
                    <a:pt x="2520342" y="3366431"/>
                    <a:pt x="2539838" y="3420010"/>
                    <a:pt x="2546382" y="3477543"/>
                  </a:cubicBezTo>
                  <a:cubicBezTo>
                    <a:pt x="2546791" y="3481088"/>
                    <a:pt x="2546927" y="3484633"/>
                    <a:pt x="2547609" y="3488109"/>
                  </a:cubicBezTo>
                  <a:cubicBezTo>
                    <a:pt x="2550540" y="3502288"/>
                    <a:pt x="2544882" y="3509923"/>
                    <a:pt x="2531181" y="3514967"/>
                  </a:cubicBezTo>
                  <a:cubicBezTo>
                    <a:pt x="2496620" y="3527714"/>
                    <a:pt x="2462536" y="3541825"/>
                    <a:pt x="2429476" y="3554913"/>
                  </a:cubicBezTo>
                  <a:cubicBezTo>
                    <a:pt x="2426135" y="3521579"/>
                    <a:pt x="2425181" y="3489268"/>
                    <a:pt x="2419319" y="3457911"/>
                  </a:cubicBezTo>
                  <a:cubicBezTo>
                    <a:pt x="2407867" y="3396220"/>
                    <a:pt x="2380532" y="3340119"/>
                    <a:pt x="2352720" y="3284358"/>
                  </a:cubicBezTo>
                  <a:cubicBezTo>
                    <a:pt x="2322249" y="3223281"/>
                    <a:pt x="2290551" y="3162680"/>
                    <a:pt x="2262194" y="3100648"/>
                  </a:cubicBezTo>
                  <a:cubicBezTo>
                    <a:pt x="2241062" y="3054226"/>
                    <a:pt x="2229269" y="3005146"/>
                    <a:pt x="2238472" y="2953067"/>
                  </a:cubicBezTo>
                  <a:cubicBezTo>
                    <a:pt x="2246584" y="2906986"/>
                    <a:pt x="2264989" y="2864927"/>
                    <a:pt x="2289052" y="2825526"/>
                  </a:cubicBezTo>
                  <a:cubicBezTo>
                    <a:pt x="2324635" y="2767244"/>
                    <a:pt x="2362399" y="2710256"/>
                    <a:pt x="2398051" y="2651974"/>
                  </a:cubicBezTo>
                  <a:cubicBezTo>
                    <a:pt x="2425113" y="2607801"/>
                    <a:pt x="2446449" y="2561039"/>
                    <a:pt x="2454902" y="2509164"/>
                  </a:cubicBezTo>
                  <a:cubicBezTo>
                    <a:pt x="2464036" y="2452790"/>
                    <a:pt x="2457560" y="2398052"/>
                    <a:pt x="2428248" y="2349244"/>
                  </a:cubicBezTo>
                  <a:cubicBezTo>
                    <a:pt x="2401800" y="2305140"/>
                    <a:pt x="2369898" y="2264308"/>
                    <a:pt x="2339904" y="2222317"/>
                  </a:cubicBezTo>
                  <a:cubicBezTo>
                    <a:pt x="2324635" y="2200913"/>
                    <a:pt x="2308138" y="2180326"/>
                    <a:pt x="2292528" y="2159126"/>
                  </a:cubicBezTo>
                  <a:cubicBezTo>
                    <a:pt x="2230701" y="2075145"/>
                    <a:pt x="2216522" y="1981892"/>
                    <a:pt x="2247061" y="1884005"/>
                  </a:cubicBezTo>
                  <a:cubicBezTo>
                    <a:pt x="2267715" y="1817678"/>
                    <a:pt x="2296346" y="1753670"/>
                    <a:pt x="2322726" y="1689184"/>
                  </a:cubicBezTo>
                  <a:cubicBezTo>
                    <a:pt x="2352856" y="1615495"/>
                    <a:pt x="2373919" y="1540171"/>
                    <a:pt x="2372488" y="1459666"/>
                  </a:cubicBezTo>
                  <a:cubicBezTo>
                    <a:pt x="2370375" y="1340714"/>
                    <a:pt x="2333156" y="1233760"/>
                    <a:pt x="2258717" y="1141462"/>
                  </a:cubicBezTo>
                  <a:cubicBezTo>
                    <a:pt x="2230701" y="1106697"/>
                    <a:pt x="2195458" y="1077726"/>
                    <a:pt x="2162738" y="1046847"/>
                  </a:cubicBezTo>
                  <a:cubicBezTo>
                    <a:pt x="2158376" y="1042688"/>
                    <a:pt x="2149650" y="1043166"/>
                    <a:pt x="2142970" y="1041529"/>
                  </a:cubicBezTo>
                  <a:cubicBezTo>
                    <a:pt x="2144401" y="1048210"/>
                    <a:pt x="2143788" y="1056458"/>
                    <a:pt x="2147537" y="1061298"/>
                  </a:cubicBezTo>
                  <a:cubicBezTo>
                    <a:pt x="2199003" y="1127556"/>
                    <a:pt x="2238949" y="1199472"/>
                    <a:pt x="2258717" y="1281750"/>
                  </a:cubicBezTo>
                  <a:cubicBezTo>
                    <a:pt x="2289120" y="1408268"/>
                    <a:pt x="2277463" y="1530287"/>
                    <a:pt x="2223952" y="1649101"/>
                  </a:cubicBezTo>
                  <a:cubicBezTo>
                    <a:pt x="2194095" y="1715428"/>
                    <a:pt x="2165124" y="1782368"/>
                    <a:pt x="2140311" y="1850671"/>
                  </a:cubicBezTo>
                  <a:cubicBezTo>
                    <a:pt x="2091299" y="1985505"/>
                    <a:pt x="2114612" y="2109160"/>
                    <a:pt x="2205411" y="2220340"/>
                  </a:cubicBezTo>
                  <a:cubicBezTo>
                    <a:pt x="2229746" y="2250129"/>
                    <a:pt x="2252855" y="2280941"/>
                    <a:pt x="2275759" y="2311821"/>
                  </a:cubicBezTo>
                  <a:cubicBezTo>
                    <a:pt x="2340722" y="2399551"/>
                    <a:pt x="2349720" y="2493485"/>
                    <a:pt x="2298936" y="2589737"/>
                  </a:cubicBezTo>
                  <a:cubicBezTo>
                    <a:pt x="2269760" y="2645089"/>
                    <a:pt x="2233700" y="2696691"/>
                    <a:pt x="2200912" y="2750134"/>
                  </a:cubicBezTo>
                  <a:cubicBezTo>
                    <a:pt x="2180802" y="2782922"/>
                    <a:pt x="2159943" y="2815233"/>
                    <a:pt x="2141470" y="2848908"/>
                  </a:cubicBezTo>
                  <a:cubicBezTo>
                    <a:pt x="2091163" y="2940524"/>
                    <a:pt x="2087073" y="3035140"/>
                    <a:pt x="2129405" y="3130505"/>
                  </a:cubicBezTo>
                  <a:cubicBezTo>
                    <a:pt x="2156194" y="3191038"/>
                    <a:pt x="2185847" y="3250343"/>
                    <a:pt x="2214477" y="3310057"/>
                  </a:cubicBezTo>
                  <a:cubicBezTo>
                    <a:pt x="2241403" y="3366227"/>
                    <a:pt x="2268193" y="3422737"/>
                    <a:pt x="2277804" y="3484769"/>
                  </a:cubicBezTo>
                  <a:cubicBezTo>
                    <a:pt x="2282848" y="3517489"/>
                    <a:pt x="2281826" y="3551232"/>
                    <a:pt x="2282371" y="3584497"/>
                  </a:cubicBezTo>
                  <a:cubicBezTo>
                    <a:pt x="2282439" y="3589882"/>
                    <a:pt x="2277122" y="3599017"/>
                    <a:pt x="2272692" y="3600176"/>
                  </a:cubicBezTo>
                  <a:cubicBezTo>
                    <a:pt x="2233155" y="3610332"/>
                    <a:pt x="2193209" y="3619126"/>
                    <a:pt x="2151968" y="3628601"/>
                  </a:cubicBezTo>
                  <a:cubicBezTo>
                    <a:pt x="2153536" y="3608765"/>
                    <a:pt x="2155785" y="3591246"/>
                    <a:pt x="2156262" y="3573727"/>
                  </a:cubicBezTo>
                  <a:cubicBezTo>
                    <a:pt x="2158784" y="3483201"/>
                    <a:pt x="2133904" y="3398742"/>
                    <a:pt x="2096889" y="3317419"/>
                  </a:cubicBezTo>
                  <a:cubicBezTo>
                    <a:pt x="2069281" y="3256682"/>
                    <a:pt x="2039424" y="3196900"/>
                    <a:pt x="2012089" y="3136027"/>
                  </a:cubicBezTo>
                  <a:cubicBezTo>
                    <a:pt x="1989935" y="3086742"/>
                    <a:pt x="1974870" y="3035481"/>
                    <a:pt x="1979983" y="2980266"/>
                  </a:cubicBezTo>
                  <a:cubicBezTo>
                    <a:pt x="1983391" y="2942910"/>
                    <a:pt x="1993684" y="2907122"/>
                    <a:pt x="2012021" y="2875084"/>
                  </a:cubicBezTo>
                  <a:cubicBezTo>
                    <a:pt x="2042833" y="2821096"/>
                    <a:pt x="2076984" y="2769016"/>
                    <a:pt x="2109363" y="2715982"/>
                  </a:cubicBezTo>
                  <a:cubicBezTo>
                    <a:pt x="2134654" y="2674605"/>
                    <a:pt x="2161784" y="2634046"/>
                    <a:pt x="2184143" y="2591100"/>
                  </a:cubicBezTo>
                  <a:cubicBezTo>
                    <a:pt x="2235472" y="2492463"/>
                    <a:pt x="2227565" y="2397097"/>
                    <a:pt x="2161170" y="2307390"/>
                  </a:cubicBezTo>
                  <a:cubicBezTo>
                    <a:pt x="2135540" y="2272829"/>
                    <a:pt x="2108682" y="2239155"/>
                    <a:pt x="2083119" y="2204526"/>
                  </a:cubicBezTo>
                  <a:cubicBezTo>
                    <a:pt x="2051762" y="2161921"/>
                    <a:pt x="2031176" y="2114613"/>
                    <a:pt x="2023064" y="2061989"/>
                  </a:cubicBezTo>
                  <a:cubicBezTo>
                    <a:pt x="2018361" y="2031313"/>
                    <a:pt x="1997706" y="2017271"/>
                    <a:pt x="1967849" y="2024224"/>
                  </a:cubicBezTo>
                  <a:cubicBezTo>
                    <a:pt x="1938810" y="2030973"/>
                    <a:pt x="1910248" y="2039494"/>
                    <a:pt x="1881209" y="2045969"/>
                  </a:cubicBezTo>
                  <a:cubicBezTo>
                    <a:pt x="1830152" y="2057421"/>
                    <a:pt x="1779708" y="2052445"/>
                    <a:pt x="1729878" y="2037994"/>
                  </a:cubicBezTo>
                  <a:cubicBezTo>
                    <a:pt x="1711950" y="2032813"/>
                    <a:pt x="1693954" y="2027633"/>
                    <a:pt x="1675754" y="2023406"/>
                  </a:cubicBezTo>
                  <a:cubicBezTo>
                    <a:pt x="1652372" y="2017953"/>
                    <a:pt x="1627968" y="2031041"/>
                    <a:pt x="1624901" y="2054763"/>
                  </a:cubicBezTo>
                  <a:cubicBezTo>
                    <a:pt x="1613926" y="2141062"/>
                    <a:pt x="1564641" y="2206639"/>
                    <a:pt x="1512494" y="2271193"/>
                  </a:cubicBezTo>
                  <a:cubicBezTo>
                    <a:pt x="1481205" y="2309912"/>
                    <a:pt x="1452439" y="2350335"/>
                    <a:pt x="1438260" y="2399006"/>
                  </a:cubicBezTo>
                  <a:cubicBezTo>
                    <a:pt x="1418969" y="2465264"/>
                    <a:pt x="1428853" y="2529409"/>
                    <a:pt x="1460823" y="2588510"/>
                  </a:cubicBezTo>
                  <a:cubicBezTo>
                    <a:pt x="1491294" y="2644884"/>
                    <a:pt x="1527559" y="2698191"/>
                    <a:pt x="1561369" y="2752792"/>
                  </a:cubicBezTo>
                  <a:cubicBezTo>
                    <a:pt x="1581615" y="2785513"/>
                    <a:pt x="1602815" y="2817619"/>
                    <a:pt x="1622311" y="2850748"/>
                  </a:cubicBezTo>
                  <a:cubicBezTo>
                    <a:pt x="1675345" y="2940865"/>
                    <a:pt x="1681820" y="3033845"/>
                    <a:pt x="1637239" y="3129278"/>
                  </a:cubicBezTo>
                  <a:cubicBezTo>
                    <a:pt x="1610041" y="3187493"/>
                    <a:pt x="1582365" y="3245435"/>
                    <a:pt x="1555234" y="3303649"/>
                  </a:cubicBezTo>
                  <a:cubicBezTo>
                    <a:pt x="1526059" y="3366227"/>
                    <a:pt x="1501314" y="3430644"/>
                    <a:pt x="1494566" y="3499698"/>
                  </a:cubicBezTo>
                  <a:cubicBezTo>
                    <a:pt x="1490544" y="3541143"/>
                    <a:pt x="1493816" y="3583270"/>
                    <a:pt x="1493816" y="3627033"/>
                  </a:cubicBezTo>
                  <a:cubicBezTo>
                    <a:pt x="1477933" y="3624034"/>
                    <a:pt x="1461777" y="3621239"/>
                    <a:pt x="1445758" y="3617762"/>
                  </a:cubicBezTo>
                  <a:cubicBezTo>
                    <a:pt x="1424490" y="3613127"/>
                    <a:pt x="1403563" y="3607197"/>
                    <a:pt x="1382158" y="3603311"/>
                  </a:cubicBezTo>
                  <a:cubicBezTo>
                    <a:pt x="1368934" y="3600925"/>
                    <a:pt x="1363685" y="3594245"/>
                    <a:pt x="1363072" y="3581430"/>
                  </a:cubicBezTo>
                  <a:cubicBezTo>
                    <a:pt x="1361231" y="3544347"/>
                    <a:pt x="1362526" y="3507741"/>
                    <a:pt x="1370911" y="3471272"/>
                  </a:cubicBezTo>
                  <a:cubicBezTo>
                    <a:pt x="1386521" y="3403582"/>
                    <a:pt x="1416924" y="3341959"/>
                    <a:pt x="1446644" y="3279927"/>
                  </a:cubicBezTo>
                  <a:cubicBezTo>
                    <a:pt x="1472412" y="3226144"/>
                    <a:pt x="1498451" y="3172360"/>
                    <a:pt x="1521560" y="3117417"/>
                  </a:cubicBezTo>
                  <a:cubicBezTo>
                    <a:pt x="1558915" y="3028459"/>
                    <a:pt x="1553530" y="2939911"/>
                    <a:pt x="1507654" y="2855588"/>
                  </a:cubicBezTo>
                  <a:cubicBezTo>
                    <a:pt x="1479433" y="2803713"/>
                    <a:pt x="1446372" y="2754360"/>
                    <a:pt x="1414538" y="2704530"/>
                  </a:cubicBezTo>
                  <a:cubicBezTo>
                    <a:pt x="1385362" y="2658926"/>
                    <a:pt x="1355233" y="2614005"/>
                    <a:pt x="1334987" y="2563357"/>
                  </a:cubicBezTo>
                  <a:cubicBezTo>
                    <a:pt x="1302335" y="2481556"/>
                    <a:pt x="1309152" y="2403300"/>
                    <a:pt x="1358232" y="2330635"/>
                  </a:cubicBezTo>
                  <a:cubicBezTo>
                    <a:pt x="1389316" y="2284554"/>
                    <a:pt x="1424831" y="2241404"/>
                    <a:pt x="1457892" y="2196618"/>
                  </a:cubicBezTo>
                  <a:cubicBezTo>
                    <a:pt x="1508676" y="2127974"/>
                    <a:pt x="1535466" y="2051695"/>
                    <a:pt x="1530013" y="1965532"/>
                  </a:cubicBezTo>
                  <a:cubicBezTo>
                    <a:pt x="1526263" y="1906295"/>
                    <a:pt x="1508881" y="1850398"/>
                    <a:pt x="1486386" y="1795933"/>
                  </a:cubicBezTo>
                  <a:cubicBezTo>
                    <a:pt x="1458574" y="1728652"/>
                    <a:pt x="1426467" y="1663008"/>
                    <a:pt x="1402404" y="1594432"/>
                  </a:cubicBezTo>
                  <a:cubicBezTo>
                    <a:pt x="1339827" y="1415902"/>
                    <a:pt x="1369070" y="1249030"/>
                    <a:pt x="1474797" y="1094018"/>
                  </a:cubicBezTo>
                  <a:cubicBezTo>
                    <a:pt x="1482500" y="1082702"/>
                    <a:pt x="1491771" y="1072477"/>
                    <a:pt x="1498860" y="1060889"/>
                  </a:cubicBezTo>
                  <a:cubicBezTo>
                    <a:pt x="1501996" y="1055776"/>
                    <a:pt x="1501655" y="1048551"/>
                    <a:pt x="1502882" y="1042279"/>
                  </a:cubicBezTo>
                  <a:cubicBezTo>
                    <a:pt x="1496611" y="1043370"/>
                    <a:pt x="1488908" y="1042484"/>
                    <a:pt x="1484341" y="1045892"/>
                  </a:cubicBezTo>
                  <a:cubicBezTo>
                    <a:pt x="1442691" y="1077045"/>
                    <a:pt x="1406494" y="1113787"/>
                    <a:pt x="1376023" y="1155982"/>
                  </a:cubicBezTo>
                  <a:cubicBezTo>
                    <a:pt x="1304653" y="1254892"/>
                    <a:pt x="1269342" y="1365186"/>
                    <a:pt x="1273841" y="1487478"/>
                  </a:cubicBezTo>
                  <a:cubicBezTo>
                    <a:pt x="1276432" y="1558099"/>
                    <a:pt x="1296677" y="1624630"/>
                    <a:pt x="1323603" y="1689524"/>
                  </a:cubicBezTo>
                  <a:cubicBezTo>
                    <a:pt x="1348552" y="1749716"/>
                    <a:pt x="1375410" y="1809430"/>
                    <a:pt x="1395519" y="1871258"/>
                  </a:cubicBezTo>
                  <a:cubicBezTo>
                    <a:pt x="1424695" y="1960897"/>
                    <a:pt x="1422990" y="2050059"/>
                    <a:pt x="1370297" y="2132541"/>
                  </a:cubicBezTo>
                  <a:cubicBezTo>
                    <a:pt x="1350733" y="2163217"/>
                    <a:pt x="1328170" y="2191983"/>
                    <a:pt x="1306561" y="2221295"/>
                  </a:cubicBezTo>
                  <a:cubicBezTo>
                    <a:pt x="1284339" y="2251425"/>
                    <a:pt x="1260549" y="2280464"/>
                    <a:pt x="1239212" y="2311275"/>
                  </a:cubicBezTo>
                  <a:cubicBezTo>
                    <a:pt x="1177385" y="2400710"/>
                    <a:pt x="1169955" y="2496212"/>
                    <a:pt x="1217944" y="2592804"/>
                  </a:cubicBezTo>
                  <a:cubicBezTo>
                    <a:pt x="1246847" y="2651019"/>
                    <a:pt x="1283998" y="2705144"/>
                    <a:pt x="1317195" y="2761245"/>
                  </a:cubicBezTo>
                  <a:cubicBezTo>
                    <a:pt x="1338804" y="2797783"/>
                    <a:pt x="1361436" y="2833843"/>
                    <a:pt x="1380795" y="2871539"/>
                  </a:cubicBezTo>
                  <a:cubicBezTo>
                    <a:pt x="1416378" y="2941001"/>
                    <a:pt x="1421491" y="3013395"/>
                    <a:pt x="1389520" y="3085311"/>
                  </a:cubicBezTo>
                  <a:cubicBezTo>
                    <a:pt x="1362458" y="3146252"/>
                    <a:pt x="1332260" y="3205830"/>
                    <a:pt x="1302403" y="3265544"/>
                  </a:cubicBezTo>
                  <a:cubicBezTo>
                    <a:pt x="1271592" y="3327099"/>
                    <a:pt x="1239826" y="3388313"/>
                    <a:pt x="1226942" y="3456616"/>
                  </a:cubicBezTo>
                  <a:cubicBezTo>
                    <a:pt x="1221012" y="3488109"/>
                    <a:pt x="1219853" y="3520557"/>
                    <a:pt x="1216376" y="3554231"/>
                  </a:cubicBezTo>
                  <a:cubicBezTo>
                    <a:pt x="1180657" y="3540052"/>
                    <a:pt x="1142620" y="3525260"/>
                    <a:pt x="1104992" y="3509445"/>
                  </a:cubicBezTo>
                  <a:cubicBezTo>
                    <a:pt x="1101379" y="3507946"/>
                    <a:pt x="1097766" y="3499493"/>
                    <a:pt x="1098584" y="3495130"/>
                  </a:cubicBezTo>
                  <a:cubicBezTo>
                    <a:pt x="1105401" y="3459002"/>
                    <a:pt x="1108195" y="3420965"/>
                    <a:pt x="1122033" y="3387563"/>
                  </a:cubicBezTo>
                  <a:cubicBezTo>
                    <a:pt x="1147596" y="3325599"/>
                    <a:pt x="1179839" y="3266362"/>
                    <a:pt x="1209083" y="3205830"/>
                  </a:cubicBezTo>
                  <a:cubicBezTo>
                    <a:pt x="1229328" y="3163975"/>
                    <a:pt x="1251005" y="3122734"/>
                    <a:pt x="1269069" y="3079994"/>
                  </a:cubicBezTo>
                  <a:cubicBezTo>
                    <a:pt x="1301040" y="3004260"/>
                    <a:pt x="1297154" y="2927981"/>
                    <a:pt x="1260549" y="2855384"/>
                  </a:cubicBezTo>
                  <a:cubicBezTo>
                    <a:pt x="1235122" y="2804940"/>
                    <a:pt x="1203902" y="2757360"/>
                    <a:pt x="1175204" y="2708552"/>
                  </a:cubicBezTo>
                  <a:cubicBezTo>
                    <a:pt x="1153390" y="2671537"/>
                    <a:pt x="1130145" y="2635273"/>
                    <a:pt x="1109832" y="2597372"/>
                  </a:cubicBezTo>
                  <a:cubicBezTo>
                    <a:pt x="1055434" y="2495803"/>
                    <a:pt x="1065523" y="2398938"/>
                    <a:pt x="1134440" y="2307526"/>
                  </a:cubicBezTo>
                  <a:cubicBezTo>
                    <a:pt x="1172545" y="2257014"/>
                    <a:pt x="1211673" y="2207252"/>
                    <a:pt x="1248619" y="2155855"/>
                  </a:cubicBezTo>
                  <a:cubicBezTo>
                    <a:pt x="1275682" y="2118226"/>
                    <a:pt x="1295450" y="2076576"/>
                    <a:pt x="1302199" y="2030018"/>
                  </a:cubicBezTo>
                  <a:cubicBezTo>
                    <a:pt x="1309629" y="1978620"/>
                    <a:pt x="1305811" y="1927427"/>
                    <a:pt x="1291087" y="1878211"/>
                  </a:cubicBezTo>
                  <a:cubicBezTo>
                    <a:pt x="1272273" y="1815361"/>
                    <a:pt x="1249710" y="1753601"/>
                    <a:pt x="1227351" y="1691910"/>
                  </a:cubicBezTo>
                  <a:cubicBezTo>
                    <a:pt x="1196949" y="1607792"/>
                    <a:pt x="1183588" y="1521834"/>
                    <a:pt x="1192859" y="1432535"/>
                  </a:cubicBezTo>
                  <a:cubicBezTo>
                    <a:pt x="1204106" y="1324354"/>
                    <a:pt x="1246370" y="1228920"/>
                    <a:pt x="1310992" y="1142621"/>
                  </a:cubicBezTo>
                  <a:cubicBezTo>
                    <a:pt x="1324557" y="1124557"/>
                    <a:pt x="1338327" y="1106697"/>
                    <a:pt x="1352029" y="1088769"/>
                  </a:cubicBezTo>
                  <a:cubicBezTo>
                    <a:pt x="1350938" y="1087406"/>
                    <a:pt x="1349847" y="1086111"/>
                    <a:pt x="1348757" y="1084747"/>
                  </a:cubicBezTo>
                  <a:cubicBezTo>
                    <a:pt x="1332397" y="1095927"/>
                    <a:pt x="1314878" y="1105811"/>
                    <a:pt x="1299881" y="1118558"/>
                  </a:cubicBezTo>
                  <a:cubicBezTo>
                    <a:pt x="1204447" y="1199881"/>
                    <a:pt x="1145551" y="1303359"/>
                    <a:pt x="1118557" y="1425105"/>
                  </a:cubicBezTo>
                  <a:cubicBezTo>
                    <a:pt x="1093062" y="1540034"/>
                    <a:pt x="1111672" y="1650942"/>
                    <a:pt x="1150050" y="1760282"/>
                  </a:cubicBezTo>
                  <a:cubicBezTo>
                    <a:pt x="1168455" y="1812634"/>
                    <a:pt x="1185769" y="1865532"/>
                    <a:pt x="1199675" y="1919247"/>
                  </a:cubicBezTo>
                  <a:cubicBezTo>
                    <a:pt x="1221148" y="2002138"/>
                    <a:pt x="1197903" y="2076099"/>
                    <a:pt x="1147460" y="2143039"/>
                  </a:cubicBezTo>
                  <a:cubicBezTo>
                    <a:pt x="1110581" y="2191983"/>
                    <a:pt x="1073158" y="2240518"/>
                    <a:pt x="1037302" y="2290143"/>
                  </a:cubicBezTo>
                  <a:cubicBezTo>
                    <a:pt x="1008126" y="2330566"/>
                    <a:pt x="984813" y="2374398"/>
                    <a:pt x="975679" y="2424160"/>
                  </a:cubicBezTo>
                  <a:cubicBezTo>
                    <a:pt x="964704" y="2484078"/>
                    <a:pt x="974929" y="2541952"/>
                    <a:pt x="1002060" y="2595190"/>
                  </a:cubicBezTo>
                  <a:cubicBezTo>
                    <a:pt x="1032598" y="2655041"/>
                    <a:pt x="1068250" y="2712233"/>
                    <a:pt x="1101583" y="2770584"/>
                  </a:cubicBezTo>
                  <a:cubicBezTo>
                    <a:pt x="1115626" y="2795192"/>
                    <a:pt x="1129736" y="2819732"/>
                    <a:pt x="1143302" y="2844613"/>
                  </a:cubicBezTo>
                  <a:cubicBezTo>
                    <a:pt x="1183929" y="2919120"/>
                    <a:pt x="1186587" y="2995262"/>
                    <a:pt x="1150186" y="3071814"/>
                  </a:cubicBezTo>
                  <a:cubicBezTo>
                    <a:pt x="1121556" y="3132073"/>
                    <a:pt x="1090949" y="3191379"/>
                    <a:pt x="1061433" y="3251229"/>
                  </a:cubicBezTo>
                  <a:cubicBezTo>
                    <a:pt x="1034098" y="3306581"/>
                    <a:pt x="1008331" y="3362546"/>
                    <a:pt x="998174" y="3424237"/>
                  </a:cubicBezTo>
                  <a:cubicBezTo>
                    <a:pt x="996470" y="3434598"/>
                    <a:pt x="995447" y="3445096"/>
                    <a:pt x="993811" y="3458184"/>
                  </a:cubicBezTo>
                  <a:cubicBezTo>
                    <a:pt x="960205" y="3439438"/>
                    <a:pt x="928235" y="3422055"/>
                    <a:pt x="896878" y="3403650"/>
                  </a:cubicBezTo>
                  <a:cubicBezTo>
                    <a:pt x="893674" y="3401742"/>
                    <a:pt x="892583" y="3393221"/>
                    <a:pt x="893265" y="3388176"/>
                  </a:cubicBezTo>
                  <a:cubicBezTo>
                    <a:pt x="901104" y="3331257"/>
                    <a:pt x="928371" y="3282245"/>
                    <a:pt x="956456" y="3233437"/>
                  </a:cubicBezTo>
                  <a:cubicBezTo>
                    <a:pt x="987744" y="3179108"/>
                    <a:pt x="1021419" y="3125870"/>
                    <a:pt x="1048413" y="3069496"/>
                  </a:cubicBezTo>
                  <a:cubicBezTo>
                    <a:pt x="1086314" y="2990422"/>
                    <a:pt x="1076702" y="2912235"/>
                    <a:pt x="1030962" y="2838069"/>
                  </a:cubicBezTo>
                  <a:cubicBezTo>
                    <a:pt x="1029394" y="2835547"/>
                    <a:pt x="1027486" y="2833229"/>
                    <a:pt x="1025509" y="2830980"/>
                  </a:cubicBezTo>
                  <a:cubicBezTo>
                    <a:pt x="1025032" y="2830435"/>
                    <a:pt x="1023668" y="2830571"/>
                    <a:pt x="1022714" y="2830366"/>
                  </a:cubicBezTo>
                  <a:cubicBezTo>
                    <a:pt x="1025236" y="2848294"/>
                    <a:pt x="1028917" y="2866086"/>
                    <a:pt x="1030076" y="2884014"/>
                  </a:cubicBezTo>
                  <a:cubicBezTo>
                    <a:pt x="1033893" y="2943523"/>
                    <a:pt x="1014125" y="2996966"/>
                    <a:pt x="983109" y="3045978"/>
                  </a:cubicBezTo>
                  <a:cubicBezTo>
                    <a:pt x="955024" y="3090423"/>
                    <a:pt x="923599" y="3132755"/>
                    <a:pt x="893470" y="3175905"/>
                  </a:cubicBezTo>
                  <a:cubicBezTo>
                    <a:pt x="860681" y="3222940"/>
                    <a:pt x="829120" y="3270452"/>
                    <a:pt x="815827" y="3327440"/>
                  </a:cubicBezTo>
                  <a:cubicBezTo>
                    <a:pt x="814260" y="3334120"/>
                    <a:pt x="812692" y="3340800"/>
                    <a:pt x="810374" y="3350753"/>
                  </a:cubicBezTo>
                  <a:cubicBezTo>
                    <a:pt x="765725" y="3317692"/>
                    <a:pt x="723257" y="3286199"/>
                    <a:pt x="680380" y="3254433"/>
                  </a:cubicBezTo>
                  <a:cubicBezTo>
                    <a:pt x="701580" y="3218032"/>
                    <a:pt x="724620" y="3186743"/>
                    <a:pt x="755159" y="3161862"/>
                  </a:cubicBezTo>
                  <a:cubicBezTo>
                    <a:pt x="763475" y="3155045"/>
                    <a:pt x="764566" y="3150819"/>
                    <a:pt x="757613" y="3142639"/>
                  </a:cubicBezTo>
                  <a:cubicBezTo>
                    <a:pt x="743911" y="3126483"/>
                    <a:pt x="731164" y="3109578"/>
                    <a:pt x="715349" y="3089605"/>
                  </a:cubicBezTo>
                  <a:cubicBezTo>
                    <a:pt x="697217" y="3106170"/>
                    <a:pt x="678403" y="3121303"/>
                    <a:pt x="662179" y="3138822"/>
                  </a:cubicBezTo>
                  <a:cubicBezTo>
                    <a:pt x="645751" y="3156545"/>
                    <a:pt x="631845" y="3176586"/>
                    <a:pt x="615008" y="3198059"/>
                  </a:cubicBezTo>
                  <a:cubicBezTo>
                    <a:pt x="580651" y="3165066"/>
                    <a:pt x="546159" y="3131937"/>
                    <a:pt x="511189" y="3098331"/>
                  </a:cubicBezTo>
                  <a:cubicBezTo>
                    <a:pt x="549295" y="3051295"/>
                    <a:pt x="582628" y="3001329"/>
                    <a:pt x="645001" y="2981356"/>
                  </a:cubicBezTo>
                  <a:cubicBezTo>
                    <a:pt x="631231" y="2956407"/>
                    <a:pt x="617939" y="2932344"/>
                    <a:pt x="603896" y="2906986"/>
                  </a:cubicBezTo>
                  <a:cubicBezTo>
                    <a:pt x="535048" y="2925255"/>
                    <a:pt x="494693" y="2978970"/>
                    <a:pt x="448817" y="3031118"/>
                  </a:cubicBezTo>
                  <a:cubicBezTo>
                    <a:pt x="418550" y="2994103"/>
                    <a:pt x="389034" y="2957975"/>
                    <a:pt x="358904" y="2921096"/>
                  </a:cubicBezTo>
                  <a:cubicBezTo>
                    <a:pt x="394351" y="2888785"/>
                    <a:pt x="426799" y="2855861"/>
                    <a:pt x="462995" y="2827776"/>
                  </a:cubicBezTo>
                  <a:cubicBezTo>
                    <a:pt x="481809" y="2813120"/>
                    <a:pt x="507031" y="2806440"/>
                    <a:pt x="529799" y="2797169"/>
                  </a:cubicBezTo>
                  <a:cubicBezTo>
                    <a:pt x="542819" y="2791920"/>
                    <a:pt x="552839" y="2794715"/>
                    <a:pt x="556929" y="2810734"/>
                  </a:cubicBezTo>
                  <a:cubicBezTo>
                    <a:pt x="559792" y="2821845"/>
                    <a:pt x="565587" y="2832275"/>
                    <a:pt x="570086" y="2842977"/>
                  </a:cubicBezTo>
                  <a:cubicBezTo>
                    <a:pt x="584537" y="2877674"/>
                    <a:pt x="601170" y="2887081"/>
                    <a:pt x="638184" y="2884900"/>
                  </a:cubicBezTo>
                  <a:cubicBezTo>
                    <a:pt x="721075" y="2880060"/>
                    <a:pt x="794218" y="2847681"/>
                    <a:pt x="862385" y="2803645"/>
                  </a:cubicBezTo>
                  <a:cubicBezTo>
                    <a:pt x="895378" y="2782309"/>
                    <a:pt x="924895" y="2755587"/>
                    <a:pt x="956251" y="2731661"/>
                  </a:cubicBezTo>
                  <a:cubicBezTo>
                    <a:pt x="965658" y="2724503"/>
                    <a:pt x="965931" y="2718095"/>
                    <a:pt x="960546" y="2707530"/>
                  </a:cubicBezTo>
                  <a:cubicBezTo>
                    <a:pt x="940709" y="2668334"/>
                    <a:pt x="921009" y="2628933"/>
                    <a:pt x="903490" y="2588646"/>
                  </a:cubicBezTo>
                  <a:cubicBezTo>
                    <a:pt x="860818" y="2490759"/>
                    <a:pt x="871452" y="2398256"/>
                    <a:pt x="935051" y="2312230"/>
                  </a:cubicBezTo>
                  <a:cubicBezTo>
                    <a:pt x="975679" y="2257287"/>
                    <a:pt x="1017056" y="2202890"/>
                    <a:pt x="1057002" y="2147402"/>
                  </a:cubicBezTo>
                  <a:cubicBezTo>
                    <a:pt x="1081679" y="2113182"/>
                    <a:pt x="1102265" y="2076304"/>
                    <a:pt x="1110172" y="2034313"/>
                  </a:cubicBezTo>
                  <a:cubicBezTo>
                    <a:pt x="1119307" y="1985710"/>
                    <a:pt x="1114058" y="1937175"/>
                    <a:pt x="1102060" y="1889867"/>
                  </a:cubicBezTo>
                  <a:cubicBezTo>
                    <a:pt x="1087200" y="1831175"/>
                    <a:pt x="1068454" y="1773438"/>
                    <a:pt x="1052912" y="1714883"/>
                  </a:cubicBezTo>
                  <a:cubicBezTo>
                    <a:pt x="1010240" y="1554213"/>
                    <a:pt x="1037779" y="1404041"/>
                    <a:pt x="1123669" y="1263617"/>
                  </a:cubicBezTo>
                  <a:cubicBezTo>
                    <a:pt x="1142893" y="1232192"/>
                    <a:pt x="1165592" y="1202813"/>
                    <a:pt x="1186656" y="1172478"/>
                  </a:cubicBezTo>
                  <a:cubicBezTo>
                    <a:pt x="1188632" y="1169615"/>
                    <a:pt x="1190473" y="1166684"/>
                    <a:pt x="1190609" y="1161094"/>
                  </a:cubicBezTo>
                  <a:cubicBezTo>
                    <a:pt x="1185088" y="1164366"/>
                    <a:pt x="1179089" y="1167025"/>
                    <a:pt x="1174113" y="1170979"/>
                  </a:cubicBezTo>
                  <a:cubicBezTo>
                    <a:pt x="1092176" y="1235260"/>
                    <a:pt x="1036893" y="1318765"/>
                    <a:pt x="999606" y="1414880"/>
                  </a:cubicBezTo>
                  <a:cubicBezTo>
                    <a:pt x="966749" y="1499543"/>
                    <a:pt x="957342" y="1586729"/>
                    <a:pt x="968317" y="1677118"/>
                  </a:cubicBezTo>
                  <a:cubicBezTo>
                    <a:pt x="976701" y="1746376"/>
                    <a:pt x="999197" y="1811816"/>
                    <a:pt x="1015625" y="1878960"/>
                  </a:cubicBezTo>
                  <a:cubicBezTo>
                    <a:pt x="1023396" y="1910726"/>
                    <a:pt x="1028440" y="1943310"/>
                    <a:pt x="1032598" y="1975826"/>
                  </a:cubicBezTo>
                  <a:cubicBezTo>
                    <a:pt x="1038733" y="2024292"/>
                    <a:pt x="1017738" y="2064988"/>
                    <a:pt x="990539" y="2102343"/>
                  </a:cubicBezTo>
                  <a:cubicBezTo>
                    <a:pt x="948208" y="2160422"/>
                    <a:pt x="903558" y="2216864"/>
                    <a:pt x="861227" y="2274942"/>
                  </a:cubicBezTo>
                  <a:cubicBezTo>
                    <a:pt x="829802" y="2318092"/>
                    <a:pt x="803285" y="2364241"/>
                    <a:pt x="794832" y="2418161"/>
                  </a:cubicBezTo>
                  <a:cubicBezTo>
                    <a:pt x="792514" y="2433021"/>
                    <a:pt x="794355" y="2448495"/>
                    <a:pt x="792582" y="2463492"/>
                  </a:cubicBezTo>
                  <a:cubicBezTo>
                    <a:pt x="791764" y="2470581"/>
                    <a:pt x="788765" y="2479239"/>
                    <a:pt x="783653" y="2483601"/>
                  </a:cubicBezTo>
                  <a:cubicBezTo>
                    <a:pt x="701443" y="2554222"/>
                    <a:pt x="606964" y="2594304"/>
                    <a:pt x="497760" y="2596895"/>
                  </a:cubicBezTo>
                  <a:cubicBezTo>
                    <a:pt x="495784" y="2596895"/>
                    <a:pt x="493875" y="2597508"/>
                    <a:pt x="489444" y="2598258"/>
                  </a:cubicBezTo>
                  <a:cubicBezTo>
                    <a:pt x="498647" y="2632750"/>
                    <a:pt x="507645" y="2666629"/>
                    <a:pt x="517597" y="2703985"/>
                  </a:cubicBezTo>
                  <a:cubicBezTo>
                    <a:pt x="422504" y="2707870"/>
                    <a:pt x="371515" y="2784013"/>
                    <a:pt x="301849" y="2835479"/>
                  </a:cubicBezTo>
                  <a:cubicBezTo>
                    <a:pt x="275332" y="2791170"/>
                    <a:pt x="249837" y="2748566"/>
                    <a:pt x="222979" y="2703712"/>
                  </a:cubicBezTo>
                  <a:cubicBezTo>
                    <a:pt x="273968" y="2695260"/>
                    <a:pt x="306211" y="2662130"/>
                    <a:pt x="340227" y="2632137"/>
                  </a:cubicBezTo>
                  <a:cubicBezTo>
                    <a:pt x="380377" y="2596758"/>
                    <a:pt x="425026" y="2573582"/>
                    <a:pt x="480173" y="2576172"/>
                  </a:cubicBezTo>
                  <a:cubicBezTo>
                    <a:pt x="482082" y="2576240"/>
                    <a:pt x="483991" y="2575422"/>
                    <a:pt x="486990" y="2574809"/>
                  </a:cubicBezTo>
                  <a:cubicBezTo>
                    <a:pt x="482423" y="2549655"/>
                    <a:pt x="478128" y="2524842"/>
                    <a:pt x="473493" y="2500166"/>
                  </a:cubicBezTo>
                  <a:cubicBezTo>
                    <a:pt x="467971" y="2471058"/>
                    <a:pt x="467835" y="2470718"/>
                    <a:pt x="437637" y="2472081"/>
                  </a:cubicBezTo>
                  <a:cubicBezTo>
                    <a:pt x="383717" y="2474467"/>
                    <a:pt x="338727" y="2498052"/>
                    <a:pt x="297350" y="2530841"/>
                  </a:cubicBezTo>
                  <a:cubicBezTo>
                    <a:pt x="274786" y="2548769"/>
                    <a:pt x="251132" y="2565333"/>
                    <a:pt x="227956" y="2582443"/>
                  </a:cubicBezTo>
                  <a:cubicBezTo>
                    <a:pt x="225502" y="2584216"/>
                    <a:pt x="222775" y="2585579"/>
                    <a:pt x="220048" y="2586942"/>
                  </a:cubicBezTo>
                  <a:cubicBezTo>
                    <a:pt x="179762" y="2607256"/>
                    <a:pt x="173081" y="2605143"/>
                    <a:pt x="155971" y="2564652"/>
                  </a:cubicBezTo>
                  <a:cubicBezTo>
                    <a:pt x="142747" y="2533499"/>
                    <a:pt x="130341" y="2501938"/>
                    <a:pt x="117662" y="2470581"/>
                  </a:cubicBezTo>
                  <a:cubicBezTo>
                    <a:pt x="116230" y="2466968"/>
                    <a:pt x="115344" y="2463083"/>
                    <a:pt x="113844" y="2457970"/>
                  </a:cubicBezTo>
                  <a:cubicBezTo>
                    <a:pt x="175876" y="2461447"/>
                    <a:pt x="224956" y="2433021"/>
                    <a:pt x="272673" y="2400233"/>
                  </a:cubicBezTo>
                  <a:cubicBezTo>
                    <a:pt x="309688" y="2374739"/>
                    <a:pt x="346021" y="2347335"/>
                    <a:pt x="390534" y="2335747"/>
                  </a:cubicBezTo>
                  <a:cubicBezTo>
                    <a:pt x="411393" y="2330294"/>
                    <a:pt x="432934" y="2327772"/>
                    <a:pt x="456724" y="2323477"/>
                  </a:cubicBezTo>
                  <a:lnTo>
                    <a:pt x="456724" y="2204662"/>
                  </a:lnTo>
                  <a:cubicBezTo>
                    <a:pt x="430889" y="2201663"/>
                    <a:pt x="404781" y="2205412"/>
                    <a:pt x="378809" y="2212092"/>
                  </a:cubicBezTo>
                  <a:cubicBezTo>
                    <a:pt x="331365" y="2224294"/>
                    <a:pt x="290942" y="2250198"/>
                    <a:pt x="250587" y="2276442"/>
                  </a:cubicBezTo>
                  <a:cubicBezTo>
                    <a:pt x="214527" y="2299823"/>
                    <a:pt x="178535" y="2323682"/>
                    <a:pt x="135521" y="2333020"/>
                  </a:cubicBezTo>
                  <a:cubicBezTo>
                    <a:pt x="134022" y="2333361"/>
                    <a:pt x="132658" y="2334043"/>
                    <a:pt x="131159" y="2334384"/>
                  </a:cubicBezTo>
                  <a:cubicBezTo>
                    <a:pt x="76148" y="2345631"/>
                    <a:pt x="72262" y="2343382"/>
                    <a:pt x="58697" y="2289871"/>
                  </a:cubicBezTo>
                  <a:cubicBezTo>
                    <a:pt x="50790" y="2258582"/>
                    <a:pt x="43564" y="2227157"/>
                    <a:pt x="35589" y="2194028"/>
                  </a:cubicBezTo>
                  <a:cubicBezTo>
                    <a:pt x="53721" y="2194028"/>
                    <a:pt x="70149" y="2194369"/>
                    <a:pt x="86509" y="2194028"/>
                  </a:cubicBezTo>
                  <a:cubicBezTo>
                    <a:pt x="143360" y="2192596"/>
                    <a:pt x="193531" y="2170647"/>
                    <a:pt x="241930" y="2143107"/>
                  </a:cubicBezTo>
                  <a:cubicBezTo>
                    <a:pt x="279285" y="2121907"/>
                    <a:pt x="316573" y="2100367"/>
                    <a:pt x="354746" y="2080734"/>
                  </a:cubicBezTo>
                  <a:cubicBezTo>
                    <a:pt x="388898" y="2063147"/>
                    <a:pt x="426049" y="2055717"/>
                    <a:pt x="464359" y="2053263"/>
                  </a:cubicBezTo>
                  <a:cubicBezTo>
                    <a:pt x="468858" y="2052991"/>
                    <a:pt x="476015" y="2048287"/>
                    <a:pt x="476969" y="2044402"/>
                  </a:cubicBezTo>
                  <a:cubicBezTo>
                    <a:pt x="486922" y="2003160"/>
                    <a:pt x="495920" y="1961715"/>
                    <a:pt x="505122" y="1920338"/>
                  </a:cubicBezTo>
                  <a:cubicBezTo>
                    <a:pt x="505395" y="1918974"/>
                    <a:pt x="504850" y="1917407"/>
                    <a:pt x="504168" y="1912362"/>
                  </a:cubicBezTo>
                  <a:cubicBezTo>
                    <a:pt x="483377" y="1913862"/>
                    <a:pt x="462382" y="1914407"/>
                    <a:pt x="441727" y="1917066"/>
                  </a:cubicBezTo>
                  <a:cubicBezTo>
                    <a:pt x="379695" y="1925041"/>
                    <a:pt x="325571" y="1953535"/>
                    <a:pt x="272332" y="1984142"/>
                  </a:cubicBezTo>
                  <a:cubicBezTo>
                    <a:pt x="227206" y="2010114"/>
                    <a:pt x="182420" y="2036903"/>
                    <a:pt x="131295" y="2050332"/>
                  </a:cubicBezTo>
                  <a:cubicBezTo>
                    <a:pt x="92508" y="2060557"/>
                    <a:pt x="53585" y="2060830"/>
                    <a:pt x="12684" y="2055445"/>
                  </a:cubicBezTo>
                  <a:cubicBezTo>
                    <a:pt x="8867" y="2013045"/>
                    <a:pt x="5118" y="1971940"/>
                    <a:pt x="1573" y="1932812"/>
                  </a:cubicBezTo>
                  <a:cubicBezTo>
                    <a:pt x="35861" y="1930699"/>
                    <a:pt x="68581" y="1930426"/>
                    <a:pt x="100824" y="1926336"/>
                  </a:cubicBezTo>
                  <a:cubicBezTo>
                    <a:pt x="159925" y="1918906"/>
                    <a:pt x="212550" y="1892866"/>
                    <a:pt x="265107" y="1866418"/>
                  </a:cubicBezTo>
                  <a:cubicBezTo>
                    <a:pt x="313846" y="1841946"/>
                    <a:pt x="362858" y="1817815"/>
                    <a:pt x="413302" y="1797296"/>
                  </a:cubicBezTo>
                  <a:cubicBezTo>
                    <a:pt x="451952" y="1781550"/>
                    <a:pt x="493670" y="1777664"/>
                    <a:pt x="535661" y="1782027"/>
                  </a:cubicBezTo>
                  <a:cubicBezTo>
                    <a:pt x="543023" y="1782777"/>
                    <a:pt x="549840" y="1784140"/>
                    <a:pt x="554339" y="1774256"/>
                  </a:cubicBezTo>
                  <a:cubicBezTo>
                    <a:pt x="575675" y="1727902"/>
                    <a:pt x="597966" y="1681958"/>
                    <a:pt x="619847" y="1635877"/>
                  </a:cubicBezTo>
                  <a:cubicBezTo>
                    <a:pt x="620870" y="1633696"/>
                    <a:pt x="621211" y="1631174"/>
                    <a:pt x="622029" y="1628038"/>
                  </a:cubicBezTo>
                  <a:cubicBezTo>
                    <a:pt x="552703" y="1613927"/>
                    <a:pt x="484604" y="1617813"/>
                    <a:pt x="420186" y="1643375"/>
                  </a:cubicBezTo>
                  <a:cubicBezTo>
                    <a:pt x="360200" y="1667234"/>
                    <a:pt x="302803" y="1697636"/>
                    <a:pt x="244520" y="1725653"/>
                  </a:cubicBezTo>
                  <a:cubicBezTo>
                    <a:pt x="198303" y="1747875"/>
                    <a:pt x="151336" y="1768121"/>
                    <a:pt x="99802" y="1773165"/>
                  </a:cubicBezTo>
                  <a:cubicBezTo>
                    <a:pt x="70217" y="1776028"/>
                    <a:pt x="40292" y="1774529"/>
                    <a:pt x="10435" y="1775210"/>
                  </a:cubicBezTo>
                  <a:cubicBezTo>
                    <a:pt x="-199" y="1775415"/>
                    <a:pt x="-335" y="1768666"/>
                    <a:pt x="142" y="1761032"/>
                  </a:cubicBezTo>
                  <a:cubicBezTo>
                    <a:pt x="3346" y="1713042"/>
                    <a:pt x="4913" y="1664916"/>
                    <a:pt x="10026" y="1617199"/>
                  </a:cubicBezTo>
                  <a:cubicBezTo>
                    <a:pt x="20660" y="1518085"/>
                    <a:pt x="39610" y="1420401"/>
                    <a:pt x="66809" y="1324422"/>
                  </a:cubicBezTo>
                  <a:cubicBezTo>
                    <a:pt x="94962" y="1225035"/>
                    <a:pt x="130204" y="1128238"/>
                    <a:pt x="175126" y="1035258"/>
                  </a:cubicBezTo>
                  <a:cubicBezTo>
                    <a:pt x="327002" y="720804"/>
                    <a:pt x="550726" y="469882"/>
                    <a:pt x="845139" y="282354"/>
                  </a:cubicBezTo>
                  <a:cubicBezTo>
                    <a:pt x="1028849" y="165380"/>
                    <a:pt x="1227828" y="85216"/>
                    <a:pt x="1440918" y="40089"/>
                  </a:cubicBezTo>
                  <a:cubicBezTo>
                    <a:pt x="1577389" y="10641"/>
                    <a:pt x="1715836" y="-2583"/>
                    <a:pt x="1855578" y="416"/>
                  </a:cubicBezTo>
                  <a:cubicBezTo>
                    <a:pt x="1987072" y="3279"/>
                    <a:pt x="2116862" y="19503"/>
                    <a:pt x="2245016" y="50246"/>
                  </a:cubicBezTo>
                  <a:cubicBezTo>
                    <a:pt x="2350061" y="75400"/>
                    <a:pt x="2452107" y="109006"/>
                    <a:pt x="2550949" y="152224"/>
                  </a:cubicBezTo>
                  <a:cubicBezTo>
                    <a:pt x="2637180" y="189920"/>
                    <a:pt x="2719799" y="234365"/>
                    <a:pt x="2799418" y="284740"/>
                  </a:cubicBezTo>
                  <a:cubicBezTo>
                    <a:pt x="2875219" y="332730"/>
                    <a:pt x="2946794" y="386241"/>
                    <a:pt x="3014621" y="444660"/>
                  </a:cubicBezTo>
                  <a:cubicBezTo>
                    <a:pt x="3077198" y="498580"/>
                    <a:pt x="3135412" y="556863"/>
                    <a:pt x="3190082" y="618963"/>
                  </a:cubicBezTo>
                  <a:cubicBezTo>
                    <a:pt x="3309920" y="754888"/>
                    <a:pt x="3407262" y="905264"/>
                    <a:pt x="3482450" y="1070023"/>
                  </a:cubicBezTo>
                  <a:cubicBezTo>
                    <a:pt x="3549118" y="1216105"/>
                    <a:pt x="3596289" y="1368254"/>
                    <a:pt x="3621306" y="1527014"/>
                  </a:cubicBezTo>
                  <a:cubicBezTo>
                    <a:pt x="3628464" y="1572414"/>
                    <a:pt x="3633508" y="1618154"/>
                    <a:pt x="3639711" y="1663689"/>
                  </a:cubicBezTo>
                  <a:cubicBezTo>
                    <a:pt x="3640257" y="1667575"/>
                    <a:pt x="3641756" y="1671324"/>
                    <a:pt x="3642779" y="1675141"/>
                  </a:cubicBezTo>
                  <a:lnTo>
                    <a:pt x="3642779" y="1775483"/>
                  </a:lnTo>
                  <a:cubicBezTo>
                    <a:pt x="3555661" y="1786867"/>
                    <a:pt x="3475497" y="1764713"/>
                    <a:pt x="3398741" y="1725517"/>
                  </a:cubicBezTo>
                  <a:cubicBezTo>
                    <a:pt x="3362749" y="1707111"/>
                    <a:pt x="3326757" y="1688638"/>
                    <a:pt x="3290560" y="1670574"/>
                  </a:cubicBezTo>
                  <a:cubicBezTo>
                    <a:pt x="3220008" y="1635264"/>
                    <a:pt x="3145774" y="1617063"/>
                    <a:pt x="3066496" y="1623130"/>
                  </a:cubicBezTo>
                  <a:cubicBezTo>
                    <a:pt x="3052180" y="1624221"/>
                    <a:pt x="3037934" y="1626675"/>
                    <a:pt x="3024028" y="1628447"/>
                  </a:cubicBezTo>
                  <a:cubicBezTo>
                    <a:pt x="3047272" y="1679163"/>
                    <a:pt x="3069359" y="1727834"/>
                    <a:pt x="3092126" y="1776233"/>
                  </a:cubicBezTo>
                  <a:cubicBezTo>
                    <a:pt x="3093762" y="1779641"/>
                    <a:pt x="3100647" y="1782027"/>
                    <a:pt x="3105214" y="1782300"/>
                  </a:cubicBezTo>
                  <a:cubicBezTo>
                    <a:pt x="3134390" y="1784276"/>
                    <a:pt x="3163974" y="1783254"/>
                    <a:pt x="3192809" y="1787549"/>
                  </a:cubicBezTo>
                  <a:cubicBezTo>
                    <a:pt x="3247138" y="1795592"/>
                    <a:pt x="3294787" y="1821973"/>
                    <a:pt x="3343117" y="1846445"/>
                  </a:cubicBezTo>
                  <a:cubicBezTo>
                    <a:pt x="3385449" y="1867849"/>
                    <a:pt x="3427644" y="1890071"/>
                    <a:pt x="3471680" y="1907590"/>
                  </a:cubicBezTo>
                  <a:cubicBezTo>
                    <a:pt x="3526350" y="1929336"/>
                    <a:pt x="3583883" y="1937311"/>
                    <a:pt x="3642779" y="1927632"/>
                  </a:cubicBezTo>
                  <a:lnTo>
                    <a:pt x="3642779" y="1982370"/>
                  </a:lnTo>
                  <a:close/>
                  <a:moveTo>
                    <a:pt x="973361" y="710443"/>
                  </a:moveTo>
                  <a:cubicBezTo>
                    <a:pt x="973361" y="713919"/>
                    <a:pt x="973020" y="715146"/>
                    <a:pt x="973361" y="715828"/>
                  </a:cubicBezTo>
                  <a:cubicBezTo>
                    <a:pt x="974929" y="718418"/>
                    <a:pt x="976633" y="720872"/>
                    <a:pt x="978474" y="723258"/>
                  </a:cubicBezTo>
                  <a:cubicBezTo>
                    <a:pt x="1053321" y="821214"/>
                    <a:pt x="1119170" y="924760"/>
                    <a:pt x="1171318" y="1036690"/>
                  </a:cubicBezTo>
                  <a:cubicBezTo>
                    <a:pt x="1184133" y="1064229"/>
                    <a:pt x="1191904" y="1066615"/>
                    <a:pt x="1219853" y="1052913"/>
                  </a:cubicBezTo>
                  <a:cubicBezTo>
                    <a:pt x="1385567" y="971931"/>
                    <a:pt x="1560756" y="926259"/>
                    <a:pt x="1744738" y="916102"/>
                  </a:cubicBezTo>
                  <a:cubicBezTo>
                    <a:pt x="1835809" y="911058"/>
                    <a:pt x="1926949" y="914398"/>
                    <a:pt x="2017406" y="928032"/>
                  </a:cubicBezTo>
                  <a:cubicBezTo>
                    <a:pt x="2158512" y="949231"/>
                    <a:pt x="2293346" y="990541"/>
                    <a:pt x="2421364" y="1053936"/>
                  </a:cubicBezTo>
                  <a:cubicBezTo>
                    <a:pt x="2446790" y="1066547"/>
                    <a:pt x="2455447" y="1063343"/>
                    <a:pt x="2467308" y="1037167"/>
                  </a:cubicBezTo>
                  <a:cubicBezTo>
                    <a:pt x="2514821" y="932599"/>
                    <a:pt x="2575762" y="836143"/>
                    <a:pt x="2644678" y="744526"/>
                  </a:cubicBezTo>
                  <a:cubicBezTo>
                    <a:pt x="2652381" y="734301"/>
                    <a:pt x="2659812" y="723803"/>
                    <a:pt x="2669832" y="710034"/>
                  </a:cubicBezTo>
                  <a:cubicBezTo>
                    <a:pt x="2541201" y="719304"/>
                    <a:pt x="2428453" y="758500"/>
                    <a:pt x="2326475" y="837574"/>
                  </a:cubicBezTo>
                  <a:cubicBezTo>
                    <a:pt x="2365126" y="728030"/>
                    <a:pt x="2416728" y="630074"/>
                    <a:pt x="2480601" y="534572"/>
                  </a:cubicBezTo>
                  <a:cubicBezTo>
                    <a:pt x="2318227" y="552159"/>
                    <a:pt x="2176372" y="605397"/>
                    <a:pt x="2060351" y="720191"/>
                  </a:cubicBezTo>
                  <a:cubicBezTo>
                    <a:pt x="2034243" y="651819"/>
                    <a:pt x="2009090" y="585629"/>
                    <a:pt x="1983527" y="519643"/>
                  </a:cubicBezTo>
                  <a:cubicBezTo>
                    <a:pt x="1979983" y="510577"/>
                    <a:pt x="1985163" y="506692"/>
                    <a:pt x="1990480" y="501988"/>
                  </a:cubicBezTo>
                  <a:cubicBezTo>
                    <a:pt x="2040515" y="457748"/>
                    <a:pt x="2090617" y="413508"/>
                    <a:pt x="2140584" y="369199"/>
                  </a:cubicBezTo>
                  <a:cubicBezTo>
                    <a:pt x="2146651" y="363814"/>
                    <a:pt x="2152172" y="357679"/>
                    <a:pt x="2160012" y="349840"/>
                  </a:cubicBezTo>
                  <a:cubicBezTo>
                    <a:pt x="2152854" y="348749"/>
                    <a:pt x="2149923" y="348135"/>
                    <a:pt x="2146924" y="347931"/>
                  </a:cubicBezTo>
                  <a:cubicBezTo>
                    <a:pt x="2075757" y="342887"/>
                    <a:pt x="2004659" y="337638"/>
                    <a:pt x="1933493" y="333139"/>
                  </a:cubicBezTo>
                  <a:cubicBezTo>
                    <a:pt x="1922518" y="332457"/>
                    <a:pt x="1916724" y="329321"/>
                    <a:pt x="1912225" y="318619"/>
                  </a:cubicBezTo>
                  <a:cubicBezTo>
                    <a:pt x="1884344" y="252361"/>
                    <a:pt x="1855646" y="186512"/>
                    <a:pt x="1827152" y="120594"/>
                  </a:cubicBezTo>
                  <a:cubicBezTo>
                    <a:pt x="1825312" y="116368"/>
                    <a:pt x="1822790" y="112414"/>
                    <a:pt x="1819518" y="106279"/>
                  </a:cubicBezTo>
                  <a:cubicBezTo>
                    <a:pt x="1816654" y="111528"/>
                    <a:pt x="1814950" y="113982"/>
                    <a:pt x="1813792" y="116709"/>
                  </a:cubicBezTo>
                  <a:cubicBezTo>
                    <a:pt x="1784616" y="184058"/>
                    <a:pt x="1755168" y="251202"/>
                    <a:pt x="1726742" y="318824"/>
                  </a:cubicBezTo>
                  <a:cubicBezTo>
                    <a:pt x="1722175" y="329730"/>
                    <a:pt x="1715972" y="332662"/>
                    <a:pt x="1705338" y="333275"/>
                  </a:cubicBezTo>
                  <a:cubicBezTo>
                    <a:pt x="1641193" y="337092"/>
                    <a:pt x="1577116" y="341387"/>
                    <a:pt x="1512971" y="345750"/>
                  </a:cubicBezTo>
                  <a:cubicBezTo>
                    <a:pt x="1502814" y="346431"/>
                    <a:pt x="1492725" y="348272"/>
                    <a:pt x="1478615" y="350112"/>
                  </a:cubicBezTo>
                  <a:cubicBezTo>
                    <a:pt x="1488022" y="359042"/>
                    <a:pt x="1494361" y="365314"/>
                    <a:pt x="1501042" y="371244"/>
                  </a:cubicBezTo>
                  <a:cubicBezTo>
                    <a:pt x="1550599" y="415280"/>
                    <a:pt x="1600156" y="459316"/>
                    <a:pt x="1650055" y="503011"/>
                  </a:cubicBezTo>
                  <a:cubicBezTo>
                    <a:pt x="1657076" y="509146"/>
                    <a:pt x="1657348" y="514463"/>
                    <a:pt x="1654213" y="522643"/>
                  </a:cubicBezTo>
                  <a:cubicBezTo>
                    <a:pt x="1635671" y="570223"/>
                    <a:pt x="1617675" y="618077"/>
                    <a:pt x="1599475" y="665793"/>
                  </a:cubicBezTo>
                  <a:cubicBezTo>
                    <a:pt x="1592726" y="683449"/>
                    <a:pt x="1585909" y="701104"/>
                    <a:pt x="1578616" y="720191"/>
                  </a:cubicBezTo>
                  <a:cubicBezTo>
                    <a:pt x="1461437" y="605806"/>
                    <a:pt x="1320195" y="552159"/>
                    <a:pt x="1158366" y="534368"/>
                  </a:cubicBezTo>
                  <a:cubicBezTo>
                    <a:pt x="1222375" y="630278"/>
                    <a:pt x="1273500" y="728439"/>
                    <a:pt x="1312492" y="837301"/>
                  </a:cubicBezTo>
                  <a:cubicBezTo>
                    <a:pt x="1210650" y="758500"/>
                    <a:pt x="1097970" y="719236"/>
                    <a:pt x="973361" y="710238"/>
                  </a:cubicBezTo>
                  <a:close/>
                  <a:moveTo>
                    <a:pt x="1748556" y="1447600"/>
                  </a:moveTo>
                  <a:cubicBezTo>
                    <a:pt x="1736286" y="1440715"/>
                    <a:pt x="1725243" y="1434921"/>
                    <a:pt x="1714472" y="1428513"/>
                  </a:cubicBezTo>
                  <a:cubicBezTo>
                    <a:pt x="1699407" y="1419515"/>
                    <a:pt x="1683661" y="1416243"/>
                    <a:pt x="1666551" y="1421697"/>
                  </a:cubicBezTo>
                  <a:cubicBezTo>
                    <a:pt x="1657417" y="1424628"/>
                    <a:pt x="1648282" y="1427491"/>
                    <a:pt x="1639080" y="1430217"/>
                  </a:cubicBezTo>
                  <a:cubicBezTo>
                    <a:pt x="1601997" y="1441329"/>
                    <a:pt x="1566346" y="1442760"/>
                    <a:pt x="1530422" y="1423196"/>
                  </a:cubicBezTo>
                  <a:cubicBezTo>
                    <a:pt x="1495043" y="1403905"/>
                    <a:pt x="1467026" y="1421219"/>
                    <a:pt x="1461437" y="1461710"/>
                  </a:cubicBezTo>
                  <a:cubicBezTo>
                    <a:pt x="1455506" y="1504656"/>
                    <a:pt x="1460210" y="1546783"/>
                    <a:pt x="1471116" y="1588024"/>
                  </a:cubicBezTo>
                  <a:cubicBezTo>
                    <a:pt x="1505132" y="1716382"/>
                    <a:pt x="1570981" y="1824222"/>
                    <a:pt x="1680866" y="1901864"/>
                  </a:cubicBezTo>
                  <a:cubicBezTo>
                    <a:pt x="1723948" y="1932335"/>
                    <a:pt x="1772278" y="1950127"/>
                    <a:pt x="1825721" y="1948491"/>
                  </a:cubicBezTo>
                  <a:cubicBezTo>
                    <a:pt x="1874528" y="1946991"/>
                    <a:pt x="1918564" y="1929336"/>
                    <a:pt x="1958510" y="1901864"/>
                  </a:cubicBezTo>
                  <a:cubicBezTo>
                    <a:pt x="2041196" y="1845150"/>
                    <a:pt x="2097434" y="1767030"/>
                    <a:pt x="2137925" y="1676709"/>
                  </a:cubicBezTo>
                  <a:cubicBezTo>
                    <a:pt x="2164238" y="1618017"/>
                    <a:pt x="2181143" y="1556531"/>
                    <a:pt x="2179507" y="1491772"/>
                  </a:cubicBezTo>
                  <a:cubicBezTo>
                    <a:pt x="2179030" y="1471799"/>
                    <a:pt x="2173304" y="1450667"/>
                    <a:pt x="2164647" y="1432603"/>
                  </a:cubicBezTo>
                  <a:cubicBezTo>
                    <a:pt x="2154967" y="1412289"/>
                    <a:pt x="2137653" y="1411608"/>
                    <a:pt x="2118021" y="1421492"/>
                  </a:cubicBezTo>
                  <a:cubicBezTo>
                    <a:pt x="2103024" y="1429059"/>
                    <a:pt x="2086255" y="1434376"/>
                    <a:pt x="2069758" y="1437239"/>
                  </a:cubicBezTo>
                  <a:cubicBezTo>
                    <a:pt x="2041605" y="1442147"/>
                    <a:pt x="2014816" y="1434989"/>
                    <a:pt x="1988504" y="1424287"/>
                  </a:cubicBezTo>
                  <a:cubicBezTo>
                    <a:pt x="1960555" y="1412903"/>
                    <a:pt x="1948421" y="1418425"/>
                    <a:pt x="1934788" y="1445487"/>
                  </a:cubicBezTo>
                  <a:cubicBezTo>
                    <a:pt x="1929812" y="1455439"/>
                    <a:pt x="1925790" y="1466073"/>
                    <a:pt x="1919314" y="1474935"/>
                  </a:cubicBezTo>
                  <a:cubicBezTo>
                    <a:pt x="1913588" y="1482774"/>
                    <a:pt x="1904999" y="1488637"/>
                    <a:pt x="1895796" y="1497021"/>
                  </a:cubicBezTo>
                  <a:cubicBezTo>
                    <a:pt x="1892320" y="1487818"/>
                    <a:pt x="1890275" y="1483251"/>
                    <a:pt x="1888775" y="1478548"/>
                  </a:cubicBezTo>
                  <a:cubicBezTo>
                    <a:pt x="1872688" y="1427423"/>
                    <a:pt x="1871870" y="1375752"/>
                    <a:pt x="1878073" y="1322582"/>
                  </a:cubicBezTo>
                  <a:cubicBezTo>
                    <a:pt x="1882981" y="1281136"/>
                    <a:pt x="1903636" y="1254824"/>
                    <a:pt x="1938810" y="1236964"/>
                  </a:cubicBezTo>
                  <a:cubicBezTo>
                    <a:pt x="2006772" y="1202472"/>
                    <a:pt x="2076575" y="1201926"/>
                    <a:pt x="2147810" y="1225853"/>
                  </a:cubicBezTo>
                  <a:cubicBezTo>
                    <a:pt x="2154354" y="1228034"/>
                    <a:pt x="2161784" y="1227625"/>
                    <a:pt x="2168873" y="1228375"/>
                  </a:cubicBezTo>
                  <a:cubicBezTo>
                    <a:pt x="2168396" y="1221149"/>
                    <a:pt x="2169419" y="1213447"/>
                    <a:pt x="2167169" y="1206834"/>
                  </a:cubicBezTo>
                  <a:cubicBezTo>
                    <a:pt x="2149582" y="1154959"/>
                    <a:pt x="2117475" y="1112832"/>
                    <a:pt x="2074735" y="1079499"/>
                  </a:cubicBezTo>
                  <a:cubicBezTo>
                    <a:pt x="1989390" y="1012968"/>
                    <a:pt x="1891706" y="987814"/>
                    <a:pt x="1784480" y="995858"/>
                  </a:cubicBezTo>
                  <a:cubicBezTo>
                    <a:pt x="1709087" y="1001516"/>
                    <a:pt x="1639966" y="1024488"/>
                    <a:pt x="1578343" y="1068524"/>
                  </a:cubicBezTo>
                  <a:cubicBezTo>
                    <a:pt x="1527218" y="1105061"/>
                    <a:pt x="1488567" y="1151483"/>
                    <a:pt x="1469685" y="1212492"/>
                  </a:cubicBezTo>
                  <a:cubicBezTo>
                    <a:pt x="1468390" y="1216787"/>
                    <a:pt x="1468253" y="1223808"/>
                    <a:pt x="1470707" y="1226194"/>
                  </a:cubicBezTo>
                  <a:cubicBezTo>
                    <a:pt x="1473229" y="1228648"/>
                    <a:pt x="1479978" y="1227966"/>
                    <a:pt x="1484545" y="1226944"/>
                  </a:cubicBezTo>
                  <a:cubicBezTo>
                    <a:pt x="1510108" y="1221286"/>
                    <a:pt x="1535193" y="1212833"/>
                    <a:pt x="1561029" y="1209629"/>
                  </a:cubicBezTo>
                  <a:cubicBezTo>
                    <a:pt x="1615971" y="1202949"/>
                    <a:pt x="1667573" y="1214674"/>
                    <a:pt x="1714609" y="1244599"/>
                  </a:cubicBezTo>
                  <a:cubicBezTo>
                    <a:pt x="1738672" y="1259936"/>
                    <a:pt x="1756872" y="1278819"/>
                    <a:pt x="1757417" y="1309835"/>
                  </a:cubicBezTo>
                  <a:cubicBezTo>
                    <a:pt x="1757622" y="1320878"/>
                    <a:pt x="1760621" y="1331853"/>
                    <a:pt x="1761439" y="1342896"/>
                  </a:cubicBezTo>
                  <a:cubicBezTo>
                    <a:pt x="1764030" y="1377865"/>
                    <a:pt x="1761644" y="1412289"/>
                    <a:pt x="1748488" y="1447532"/>
                  </a:cubicBezTo>
                  <a:close/>
                  <a:moveTo>
                    <a:pt x="598102" y="1204585"/>
                  </a:moveTo>
                  <a:cubicBezTo>
                    <a:pt x="596057" y="1194837"/>
                    <a:pt x="594694" y="1187475"/>
                    <a:pt x="592990" y="1180181"/>
                  </a:cubicBezTo>
                  <a:cubicBezTo>
                    <a:pt x="565791" y="1065388"/>
                    <a:pt x="508735" y="969477"/>
                    <a:pt x="412961" y="898652"/>
                  </a:cubicBezTo>
                  <a:cubicBezTo>
                    <a:pt x="405803" y="893335"/>
                    <a:pt x="393806" y="889722"/>
                    <a:pt x="385626" y="891767"/>
                  </a:cubicBezTo>
                  <a:cubicBezTo>
                    <a:pt x="374106" y="894630"/>
                    <a:pt x="375469" y="907445"/>
                    <a:pt x="375810" y="917738"/>
                  </a:cubicBezTo>
                  <a:cubicBezTo>
                    <a:pt x="377718" y="972476"/>
                    <a:pt x="375946" y="1026942"/>
                    <a:pt x="365244" y="1080998"/>
                  </a:cubicBezTo>
                  <a:cubicBezTo>
                    <a:pt x="342885" y="1194019"/>
                    <a:pt x="294282" y="1295588"/>
                    <a:pt x="231637" y="1391090"/>
                  </a:cubicBezTo>
                  <a:cubicBezTo>
                    <a:pt x="178398" y="1472208"/>
                    <a:pt x="116026" y="1546101"/>
                    <a:pt x="50517" y="1617472"/>
                  </a:cubicBezTo>
                  <a:cubicBezTo>
                    <a:pt x="47041" y="1621289"/>
                    <a:pt x="44109" y="1625516"/>
                    <a:pt x="40906" y="1629606"/>
                  </a:cubicBezTo>
                  <a:cubicBezTo>
                    <a:pt x="41451" y="1631242"/>
                    <a:pt x="41928" y="1632946"/>
                    <a:pt x="42473" y="1634582"/>
                  </a:cubicBezTo>
                  <a:cubicBezTo>
                    <a:pt x="66400" y="1636559"/>
                    <a:pt x="90395" y="1640308"/>
                    <a:pt x="114321" y="1640103"/>
                  </a:cubicBezTo>
                  <a:cubicBezTo>
                    <a:pt x="163197" y="1639694"/>
                    <a:pt x="208596" y="1623471"/>
                    <a:pt x="252837" y="1604384"/>
                  </a:cubicBezTo>
                  <a:cubicBezTo>
                    <a:pt x="306211" y="1581343"/>
                    <a:pt x="358700" y="1556122"/>
                    <a:pt x="412688" y="1534581"/>
                  </a:cubicBezTo>
                  <a:cubicBezTo>
                    <a:pt x="496124" y="1501247"/>
                    <a:pt x="581606" y="1490136"/>
                    <a:pt x="668996" y="1519584"/>
                  </a:cubicBezTo>
                  <a:cubicBezTo>
                    <a:pt x="678744" y="1522856"/>
                    <a:pt x="682561" y="1517744"/>
                    <a:pt x="687196" y="1511132"/>
                  </a:cubicBezTo>
                  <a:cubicBezTo>
                    <a:pt x="769065" y="1395384"/>
                    <a:pt x="864635" y="1292657"/>
                    <a:pt x="976565" y="1205335"/>
                  </a:cubicBezTo>
                  <a:cubicBezTo>
                    <a:pt x="995515" y="1190542"/>
                    <a:pt x="1014875" y="1176227"/>
                    <a:pt x="1037234" y="1159254"/>
                  </a:cubicBezTo>
                  <a:cubicBezTo>
                    <a:pt x="881268" y="1101585"/>
                    <a:pt x="737435" y="1122307"/>
                    <a:pt x="598102" y="1204721"/>
                  </a:cubicBezTo>
                  <a:close/>
                  <a:moveTo>
                    <a:pt x="3599834" y="1630833"/>
                  </a:moveTo>
                  <a:cubicBezTo>
                    <a:pt x="3594721" y="1624698"/>
                    <a:pt x="3591722" y="1620812"/>
                    <a:pt x="3588450" y="1617267"/>
                  </a:cubicBezTo>
                  <a:cubicBezTo>
                    <a:pt x="3528054" y="1551623"/>
                    <a:pt x="3470385" y="1483728"/>
                    <a:pt x="3420009" y="1409904"/>
                  </a:cubicBezTo>
                  <a:cubicBezTo>
                    <a:pt x="3317555" y="1259664"/>
                    <a:pt x="3251364" y="1097972"/>
                    <a:pt x="3262953" y="911603"/>
                  </a:cubicBezTo>
                  <a:cubicBezTo>
                    <a:pt x="3263362" y="904855"/>
                    <a:pt x="3258863" y="893607"/>
                    <a:pt x="3253955" y="891835"/>
                  </a:cubicBezTo>
                  <a:cubicBezTo>
                    <a:pt x="3247547" y="889449"/>
                    <a:pt x="3236708" y="892039"/>
                    <a:pt x="3230642" y="896470"/>
                  </a:cubicBezTo>
                  <a:cubicBezTo>
                    <a:pt x="3150886" y="953867"/>
                    <a:pt x="3096693" y="1030555"/>
                    <a:pt x="3064451" y="1122785"/>
                  </a:cubicBezTo>
                  <a:cubicBezTo>
                    <a:pt x="3055248" y="1149165"/>
                    <a:pt x="3048909" y="1176500"/>
                    <a:pt x="3041001" y="1204244"/>
                  </a:cubicBezTo>
                  <a:cubicBezTo>
                    <a:pt x="2975902" y="1163957"/>
                    <a:pt x="2905894" y="1138054"/>
                    <a:pt x="2829684" y="1129874"/>
                  </a:cubicBezTo>
                  <a:cubicBezTo>
                    <a:pt x="2753269" y="1121694"/>
                    <a:pt x="2679307" y="1129874"/>
                    <a:pt x="2604869" y="1159799"/>
                  </a:cubicBezTo>
                  <a:cubicBezTo>
                    <a:pt x="2611004" y="1164775"/>
                    <a:pt x="2614412" y="1167502"/>
                    <a:pt x="2617821" y="1170297"/>
                  </a:cubicBezTo>
                  <a:cubicBezTo>
                    <a:pt x="2665742" y="1210038"/>
                    <a:pt x="2715368" y="1247871"/>
                    <a:pt x="2761176" y="1289862"/>
                  </a:cubicBezTo>
                  <a:cubicBezTo>
                    <a:pt x="2832683" y="1355438"/>
                    <a:pt x="2894511" y="1429877"/>
                    <a:pt x="2949385" y="1509973"/>
                  </a:cubicBezTo>
                  <a:cubicBezTo>
                    <a:pt x="2955793" y="1519312"/>
                    <a:pt x="2961587" y="1520948"/>
                    <a:pt x="2973039" y="1518289"/>
                  </a:cubicBezTo>
                  <a:cubicBezTo>
                    <a:pt x="3001941" y="1511609"/>
                    <a:pt x="3031321" y="1504724"/>
                    <a:pt x="3060838" y="1503156"/>
                  </a:cubicBezTo>
                  <a:cubicBezTo>
                    <a:pt x="3135412" y="1499202"/>
                    <a:pt x="3204193" y="1523129"/>
                    <a:pt x="3271542" y="1552100"/>
                  </a:cubicBezTo>
                  <a:cubicBezTo>
                    <a:pt x="3329075" y="1576845"/>
                    <a:pt x="3386199" y="1602748"/>
                    <a:pt x="3444754" y="1624766"/>
                  </a:cubicBezTo>
                  <a:cubicBezTo>
                    <a:pt x="3493834" y="1643239"/>
                    <a:pt x="3545164" y="1645557"/>
                    <a:pt x="3599902" y="1630901"/>
                  </a:cubicBezTo>
                  <a:close/>
                  <a:moveTo>
                    <a:pt x="1684274" y="1346986"/>
                  </a:moveTo>
                  <a:cubicBezTo>
                    <a:pt x="1686456" y="1330353"/>
                    <a:pt x="1678889" y="1318969"/>
                    <a:pt x="1668800" y="1309766"/>
                  </a:cubicBezTo>
                  <a:cubicBezTo>
                    <a:pt x="1621765" y="1266889"/>
                    <a:pt x="1566482" y="1255369"/>
                    <a:pt x="1505404" y="1269343"/>
                  </a:cubicBezTo>
                  <a:cubicBezTo>
                    <a:pt x="1488158" y="1273297"/>
                    <a:pt x="1473638" y="1283113"/>
                    <a:pt x="1472071" y="1302200"/>
                  </a:cubicBezTo>
                  <a:cubicBezTo>
                    <a:pt x="1470366" y="1322854"/>
                    <a:pt x="1479024" y="1340237"/>
                    <a:pt x="1495247" y="1353189"/>
                  </a:cubicBezTo>
                  <a:cubicBezTo>
                    <a:pt x="1557007" y="1310653"/>
                    <a:pt x="1619788" y="1329603"/>
                    <a:pt x="1684274" y="1346986"/>
                  </a:cubicBezTo>
                  <a:close/>
                  <a:moveTo>
                    <a:pt x="2144879" y="1353802"/>
                  </a:moveTo>
                  <a:cubicBezTo>
                    <a:pt x="2161170" y="1339624"/>
                    <a:pt x="2170509" y="1323195"/>
                    <a:pt x="2166828" y="1302541"/>
                  </a:cubicBezTo>
                  <a:cubicBezTo>
                    <a:pt x="2163147" y="1281750"/>
                    <a:pt x="2146651" y="1272070"/>
                    <a:pt x="2127837" y="1269752"/>
                  </a:cubicBezTo>
                  <a:cubicBezTo>
                    <a:pt x="2105546" y="1267026"/>
                    <a:pt x="2082574" y="1265526"/>
                    <a:pt x="2060351" y="1267639"/>
                  </a:cubicBezTo>
                  <a:cubicBezTo>
                    <a:pt x="2029199" y="1270639"/>
                    <a:pt x="2000910" y="1282841"/>
                    <a:pt x="1977597" y="1304790"/>
                  </a:cubicBezTo>
                  <a:cubicBezTo>
                    <a:pt x="1970030" y="1311880"/>
                    <a:pt x="1964441" y="1334443"/>
                    <a:pt x="1971053" y="1339010"/>
                  </a:cubicBezTo>
                  <a:cubicBezTo>
                    <a:pt x="1976165" y="1342487"/>
                    <a:pt x="1986049" y="1339215"/>
                    <a:pt x="1993821" y="1338533"/>
                  </a:cubicBezTo>
                  <a:cubicBezTo>
                    <a:pt x="1996820" y="1338260"/>
                    <a:pt x="1999683" y="1337033"/>
                    <a:pt x="2002614" y="1336352"/>
                  </a:cubicBezTo>
                  <a:cubicBezTo>
                    <a:pt x="2051490" y="1325649"/>
                    <a:pt x="2100297" y="1316106"/>
                    <a:pt x="2144879" y="1353734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41"/>
            <p:cNvSpPr/>
            <p:nvPr/>
          </p:nvSpPr>
          <p:spPr>
            <a:xfrm>
              <a:off x="5906632" y="2255185"/>
              <a:ext cx="381053" cy="148379"/>
            </a:xfrm>
            <a:custGeom>
              <a:avLst/>
              <a:gdLst/>
              <a:ahLst/>
              <a:cxnLst/>
              <a:rect l="l" t="t" r="r" b="b"/>
              <a:pathLst>
                <a:path w="381053" h="148379" extrusionOk="0">
                  <a:moveTo>
                    <a:pt x="379622" y="148380"/>
                  </a:moveTo>
                  <a:cubicBezTo>
                    <a:pt x="253649" y="127248"/>
                    <a:pt x="127677" y="127384"/>
                    <a:pt x="1704" y="148380"/>
                  </a:cubicBezTo>
                  <a:cubicBezTo>
                    <a:pt x="1159" y="146812"/>
                    <a:pt x="545" y="145244"/>
                    <a:pt x="0" y="143608"/>
                  </a:cubicBezTo>
                  <a:cubicBezTo>
                    <a:pt x="2795" y="140745"/>
                    <a:pt x="5317" y="137473"/>
                    <a:pt x="8453" y="135019"/>
                  </a:cubicBezTo>
                  <a:cubicBezTo>
                    <a:pt x="66122" y="90642"/>
                    <a:pt x="123791" y="46265"/>
                    <a:pt x="181938" y="2434"/>
                  </a:cubicBezTo>
                  <a:cubicBezTo>
                    <a:pt x="185687" y="-429"/>
                    <a:pt x="195026" y="-906"/>
                    <a:pt x="198570" y="1752"/>
                  </a:cubicBezTo>
                  <a:cubicBezTo>
                    <a:pt x="257944" y="46402"/>
                    <a:pt x="316840" y="91733"/>
                    <a:pt x="375736" y="136996"/>
                  </a:cubicBezTo>
                  <a:cubicBezTo>
                    <a:pt x="377918" y="138632"/>
                    <a:pt x="379281" y="141290"/>
                    <a:pt x="381053" y="143471"/>
                  </a:cubicBezTo>
                  <a:cubicBezTo>
                    <a:pt x="380576" y="145107"/>
                    <a:pt x="380099" y="146744"/>
                    <a:pt x="379622" y="14838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41"/>
            <p:cNvSpPr/>
            <p:nvPr/>
          </p:nvSpPr>
          <p:spPr>
            <a:xfrm>
              <a:off x="5951145" y="3313559"/>
              <a:ext cx="286028" cy="105097"/>
            </a:xfrm>
            <a:custGeom>
              <a:avLst/>
              <a:gdLst/>
              <a:ahLst/>
              <a:cxnLst/>
              <a:rect l="l" t="t" r="r" b="b"/>
              <a:pathLst>
                <a:path w="286028" h="105097" extrusionOk="0">
                  <a:moveTo>
                    <a:pt x="286028" y="8760"/>
                  </a:moveTo>
                  <a:cubicBezTo>
                    <a:pt x="265101" y="30641"/>
                    <a:pt x="245333" y="53886"/>
                    <a:pt x="222974" y="74200"/>
                  </a:cubicBezTo>
                  <a:cubicBezTo>
                    <a:pt x="177370" y="115577"/>
                    <a:pt x="111453" y="115373"/>
                    <a:pt x="65713" y="73723"/>
                  </a:cubicBezTo>
                  <a:cubicBezTo>
                    <a:pt x="43695" y="53682"/>
                    <a:pt x="24336" y="30778"/>
                    <a:pt x="0" y="5283"/>
                  </a:cubicBezTo>
                  <a:cubicBezTo>
                    <a:pt x="8998" y="2965"/>
                    <a:pt x="15269" y="-375"/>
                    <a:pt x="21200" y="34"/>
                  </a:cubicBezTo>
                  <a:cubicBezTo>
                    <a:pt x="67008" y="3170"/>
                    <a:pt x="112816" y="9578"/>
                    <a:pt x="158624" y="9918"/>
                  </a:cubicBezTo>
                  <a:cubicBezTo>
                    <a:pt x="194753" y="10259"/>
                    <a:pt x="230950" y="3238"/>
                    <a:pt x="267215" y="102"/>
                  </a:cubicBezTo>
                  <a:cubicBezTo>
                    <a:pt x="273281" y="-443"/>
                    <a:pt x="279553" y="2079"/>
                    <a:pt x="285756" y="3170"/>
                  </a:cubicBezTo>
                  <a:cubicBezTo>
                    <a:pt x="285824" y="5010"/>
                    <a:pt x="285892" y="6851"/>
                    <a:pt x="286028" y="876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41"/>
            <p:cNvSpPr/>
            <p:nvPr/>
          </p:nvSpPr>
          <p:spPr>
            <a:xfrm>
              <a:off x="6007907" y="3192187"/>
              <a:ext cx="177153" cy="58216"/>
            </a:xfrm>
            <a:custGeom>
              <a:avLst/>
              <a:gdLst/>
              <a:ahLst/>
              <a:cxnLst/>
              <a:rect l="l" t="t" r="r" b="b"/>
              <a:pathLst>
                <a:path w="177153" h="58216" extrusionOk="0">
                  <a:moveTo>
                    <a:pt x="88638" y="58216"/>
                  </a:moveTo>
                  <a:cubicBezTo>
                    <a:pt x="70233" y="52558"/>
                    <a:pt x="53532" y="47378"/>
                    <a:pt x="36831" y="42197"/>
                  </a:cubicBezTo>
                  <a:cubicBezTo>
                    <a:pt x="28174" y="39470"/>
                    <a:pt x="19313" y="37221"/>
                    <a:pt x="11201" y="33471"/>
                  </a:cubicBezTo>
                  <a:cubicBezTo>
                    <a:pt x="6702" y="31358"/>
                    <a:pt x="2339" y="27200"/>
                    <a:pt x="89" y="22769"/>
                  </a:cubicBezTo>
                  <a:cubicBezTo>
                    <a:pt x="-729" y="21201"/>
                    <a:pt x="4248" y="15134"/>
                    <a:pt x="7656" y="13226"/>
                  </a:cubicBezTo>
                  <a:cubicBezTo>
                    <a:pt x="25448" y="3273"/>
                    <a:pt x="42966" y="-3407"/>
                    <a:pt x="64984" y="2796"/>
                  </a:cubicBezTo>
                  <a:cubicBezTo>
                    <a:pt x="79572" y="6886"/>
                    <a:pt x="97159" y="5932"/>
                    <a:pt x="112020" y="2115"/>
                  </a:cubicBezTo>
                  <a:cubicBezTo>
                    <a:pt x="134446" y="-3611"/>
                    <a:pt x="152647" y="2933"/>
                    <a:pt x="170643" y="14044"/>
                  </a:cubicBezTo>
                  <a:cubicBezTo>
                    <a:pt x="179778" y="19702"/>
                    <a:pt x="179028" y="28018"/>
                    <a:pt x="170098" y="31358"/>
                  </a:cubicBezTo>
                  <a:cubicBezTo>
                    <a:pt x="143308" y="41242"/>
                    <a:pt x="115905" y="49354"/>
                    <a:pt x="88706" y="58216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41"/>
          <p:cNvSpPr txBox="1"/>
          <p:nvPr/>
        </p:nvSpPr>
        <p:spPr>
          <a:xfrm>
            <a:off x="4101413" y="2174218"/>
            <a:ext cx="4596185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>
                <a:latin typeface="Poppins SemiBold"/>
                <a:ea typeface="Poppins SemiBold"/>
                <a:cs typeface="Poppins SemiBold"/>
                <a:sym typeface="Poppins SemiBold"/>
              </a:rPr>
              <a:t>Growth forecast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>
                <a:latin typeface="Poppins SemiBold"/>
                <a:ea typeface="Poppins SemiBold"/>
                <a:cs typeface="Poppins SemiBold"/>
                <a:sym typeface="Poppins SemiBold"/>
              </a:rPr>
              <a:t>5MA Symmetrical technique</a:t>
            </a:r>
            <a:endParaRPr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5486775" y="1374751"/>
            <a:ext cx="2991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0075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Starbucks</a:t>
            </a:r>
            <a:r>
              <a:rPr lang="en" sz="3600" dirty="0">
                <a:solidFill>
                  <a:srgbClr val="0075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sz="3600" dirty="0">
              <a:solidFill>
                <a:srgbClr val="00754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F05F0-BF59-6EDB-F5CB-A15DF301A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914322"/>
              </p:ext>
            </p:extLst>
          </p:nvPr>
        </p:nvGraphicFramePr>
        <p:xfrm>
          <a:off x="1332000" y="3026733"/>
          <a:ext cx="3434400" cy="2101789"/>
        </p:xfrm>
        <a:graphic>
          <a:graphicData uri="http://schemas.openxmlformats.org/drawingml/2006/table">
            <a:tbl>
              <a:tblPr firstRow="1" firstCol="1" bandRow="1">
                <a:tableStyleId>{9F637FCA-4D79-4EEE-870D-1E8E08DE0389}</a:tableStyleId>
              </a:tblPr>
              <a:tblGrid>
                <a:gridCol w="684028">
                  <a:extLst>
                    <a:ext uri="{9D8B030D-6E8A-4147-A177-3AD203B41FA5}">
                      <a16:colId xmlns:a16="http://schemas.microsoft.com/office/drawing/2014/main" val="1656803680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3051254043"/>
                    </a:ext>
                  </a:extLst>
                </a:gridCol>
                <a:gridCol w="1781864">
                  <a:extLst>
                    <a:ext uri="{9D8B030D-6E8A-4147-A177-3AD203B41FA5}">
                      <a16:colId xmlns:a16="http://schemas.microsoft.com/office/drawing/2014/main" val="3752114393"/>
                    </a:ext>
                  </a:extLst>
                </a:gridCol>
              </a:tblGrid>
              <a:tr h="4257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Q1 Revenue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(millions)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690549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89259645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6306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41911446"/>
                  </a:ext>
                </a:extLst>
              </a:tr>
              <a:tr h="1644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5996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10024511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6668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39175454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7636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46358657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8720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9716804"/>
                  </a:ext>
                </a:extLst>
              </a:tr>
              <a:tr h="2383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8563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2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Post-pandemic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958072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141BB57-D177-25FD-8B51-D9A818F34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01" y="99"/>
            <a:ext cx="57420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ter SemiBold" panose="020B0604020202020204" charset="0"/>
                <a:ea typeface="Inter SemiBold" panose="020B0604020202020204" charset="0"/>
                <a:cs typeface="Latha" panose="020B0604020202020204" pitchFamily="34" charset="0"/>
              </a:rPr>
              <a:t>Time Series: Analysis of Quarterly sales revenue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8000"/>
              </a:solidFill>
              <a:effectLst/>
              <a:latin typeface="Inter SemiBold" panose="020B0604020202020204" charset="0"/>
              <a:ea typeface="Inter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FBCE67C-DF6C-3550-23A6-D3570B31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73" y="399676"/>
            <a:ext cx="5527627" cy="256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63090B-468C-206D-44CA-8A1A489CD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573" y="39447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934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9"/>
            </a:gs>
            <a:gs pos="80000">
              <a:srgbClr val="DFDAD9"/>
            </a:gs>
            <a:gs pos="100000">
              <a:srgbClr val="ECEAE9"/>
            </a:gs>
          </a:gsLst>
          <a:lin ang="5400000" scaled="0"/>
        </a:gra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3"/>
          <p:cNvSpPr/>
          <p:nvPr/>
        </p:nvSpPr>
        <p:spPr>
          <a:xfrm>
            <a:off x="3" y="64950"/>
            <a:ext cx="6302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0075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Overall Quarterly Trend</a:t>
            </a:r>
            <a:endParaRPr sz="3000" dirty="0">
              <a:solidFill>
                <a:srgbClr val="00754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64" name="Google Shape;464;p53"/>
          <p:cNvSpPr txBox="1"/>
          <p:nvPr/>
        </p:nvSpPr>
        <p:spPr>
          <a:xfrm>
            <a:off x="3330447" y="2627475"/>
            <a:ext cx="1806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D7F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Pandemic</a:t>
            </a:r>
            <a:endParaRPr sz="1800" b="0" i="0">
              <a:solidFill>
                <a:srgbClr val="ED7F3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65" name="Google Shape;465;p53"/>
          <p:cNvSpPr txBox="1"/>
          <p:nvPr/>
        </p:nvSpPr>
        <p:spPr>
          <a:xfrm>
            <a:off x="6344572" y="2629511"/>
            <a:ext cx="2411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5A5A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Post-Pandemic</a:t>
            </a:r>
            <a:endParaRPr sz="1100">
              <a:solidFill>
                <a:srgbClr val="A5A5A5"/>
              </a:solidFill>
            </a:endParaRPr>
          </a:p>
        </p:txBody>
      </p:sp>
      <p:sp>
        <p:nvSpPr>
          <p:cNvPr id="466" name="Google Shape;466;p53"/>
          <p:cNvSpPr/>
          <p:nvPr/>
        </p:nvSpPr>
        <p:spPr>
          <a:xfrm>
            <a:off x="4617675" y="1530050"/>
            <a:ext cx="3299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None/>
            </a:pPr>
            <a:r>
              <a:rPr lang="en"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Starbucks saw a sharp COVID-led contraction in 2020, a strong rebound through 2021–2022, and stabilisation post-2023.</a:t>
            </a:r>
            <a:endParaRPr sz="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53"/>
          <p:cNvSpPr/>
          <p:nvPr/>
        </p:nvSpPr>
        <p:spPr>
          <a:xfrm>
            <a:off x="3185100" y="3005100"/>
            <a:ext cx="3097200" cy="1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Revenue fell with sharp declines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Temporary shift in consumer habits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Closures across all major markets 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53"/>
          <p:cNvSpPr/>
          <p:nvPr/>
        </p:nvSpPr>
        <p:spPr>
          <a:xfrm>
            <a:off x="6179550" y="2975700"/>
            <a:ext cx="2964600" cy="1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Rebound led by North America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Revenue stabilised around $36B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Growth plateaued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53"/>
          <p:cNvSpPr txBox="1"/>
          <p:nvPr/>
        </p:nvSpPr>
        <p:spPr>
          <a:xfrm>
            <a:off x="82575" y="2975700"/>
            <a:ext cx="33558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Poppins"/>
              <a:buChar char="●"/>
            </a:pPr>
            <a:r>
              <a:rPr lang="en" sz="1700" dirty="0">
                <a:latin typeface="Poppins"/>
                <a:ea typeface="Poppins"/>
                <a:cs typeface="Poppins"/>
                <a:sym typeface="Poppins"/>
              </a:rPr>
              <a:t>Steady revenue growth</a:t>
            </a:r>
            <a:br>
              <a:rPr lang="en" sz="1700" dirty="0">
                <a:latin typeface="Poppins"/>
                <a:ea typeface="Poppins"/>
                <a:cs typeface="Poppins"/>
                <a:sym typeface="Poppins"/>
              </a:rPr>
            </a:br>
            <a:endParaRPr sz="9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Poppins"/>
              <a:buChar char="●"/>
            </a:pPr>
            <a:r>
              <a:rPr lang="en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Strong digital engagement</a:t>
            </a:r>
            <a:br>
              <a:rPr lang="en" sz="1700" dirty="0">
                <a:latin typeface="Poppins"/>
                <a:ea typeface="Poppins"/>
                <a:cs typeface="Poppins"/>
                <a:sym typeface="Poppins"/>
              </a:rPr>
            </a:b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Poppins"/>
              <a:buChar char="●"/>
            </a:pPr>
            <a:r>
              <a:rPr lang="en" sz="1700" dirty="0">
                <a:latin typeface="Poppins"/>
                <a:ea typeface="Poppins"/>
                <a:cs typeface="Poppins"/>
                <a:sym typeface="Poppins"/>
              </a:rPr>
              <a:t>Significant international expansion</a:t>
            </a:r>
            <a:endParaRPr sz="17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243375" y="2571750"/>
            <a:ext cx="289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472C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Pre-Pandemic</a:t>
            </a:r>
            <a:endParaRPr sz="1100" dirty="0">
              <a:solidFill>
                <a:srgbClr val="4472C4"/>
              </a:solidFill>
            </a:endParaRPr>
          </a:p>
        </p:txBody>
      </p:sp>
      <p:grpSp>
        <p:nvGrpSpPr>
          <p:cNvPr id="471" name="Google Shape;471;p53"/>
          <p:cNvGrpSpPr/>
          <p:nvPr/>
        </p:nvGrpSpPr>
        <p:grpSpPr>
          <a:xfrm>
            <a:off x="8267574" y="117110"/>
            <a:ext cx="670271" cy="688708"/>
            <a:chOff x="4276278" y="1615753"/>
            <a:chExt cx="3642778" cy="3628601"/>
          </a:xfrm>
        </p:grpSpPr>
        <p:sp>
          <p:nvSpPr>
            <p:cNvPr id="472" name="Google Shape;472;p53"/>
            <p:cNvSpPr/>
            <p:nvPr/>
          </p:nvSpPr>
          <p:spPr>
            <a:xfrm>
              <a:off x="4276278" y="1615753"/>
              <a:ext cx="3642778" cy="3628601"/>
            </a:xfrm>
            <a:custGeom>
              <a:avLst/>
              <a:gdLst/>
              <a:ahLst/>
              <a:cxnLst/>
              <a:rect l="l" t="t" r="r" b="b"/>
              <a:pathLst>
                <a:path w="3642778" h="3628601" extrusionOk="0">
                  <a:moveTo>
                    <a:pt x="3642779" y="1982233"/>
                  </a:moveTo>
                  <a:cubicBezTo>
                    <a:pt x="3640666" y="1999752"/>
                    <a:pt x="3638007" y="2017203"/>
                    <a:pt x="3636508" y="2034722"/>
                  </a:cubicBezTo>
                  <a:cubicBezTo>
                    <a:pt x="3634667" y="2056126"/>
                    <a:pt x="3634804" y="2055922"/>
                    <a:pt x="3613467" y="2057762"/>
                  </a:cubicBezTo>
                  <a:cubicBezTo>
                    <a:pt x="3549867" y="2063147"/>
                    <a:pt x="3490971" y="2047878"/>
                    <a:pt x="3435483" y="2017885"/>
                  </a:cubicBezTo>
                  <a:cubicBezTo>
                    <a:pt x="3395878" y="1996480"/>
                    <a:pt x="3356751" y="1974189"/>
                    <a:pt x="3316941" y="1953194"/>
                  </a:cubicBezTo>
                  <a:cubicBezTo>
                    <a:pt x="3268815" y="1927768"/>
                    <a:pt x="3217145" y="1914884"/>
                    <a:pt x="3162816" y="1912635"/>
                  </a:cubicBezTo>
                  <a:cubicBezTo>
                    <a:pt x="3156340" y="1912362"/>
                    <a:pt x="3149864" y="1912635"/>
                    <a:pt x="3141616" y="1912635"/>
                  </a:cubicBezTo>
                  <a:cubicBezTo>
                    <a:pt x="3152318" y="1960215"/>
                    <a:pt x="3162543" y="2005683"/>
                    <a:pt x="3172495" y="2050059"/>
                  </a:cubicBezTo>
                  <a:cubicBezTo>
                    <a:pt x="3198194" y="2054831"/>
                    <a:pt x="3223757" y="2058171"/>
                    <a:pt x="3248569" y="2064511"/>
                  </a:cubicBezTo>
                  <a:cubicBezTo>
                    <a:pt x="3296218" y="2076713"/>
                    <a:pt x="3337255" y="2103366"/>
                    <a:pt x="3378973" y="2128111"/>
                  </a:cubicBezTo>
                  <a:cubicBezTo>
                    <a:pt x="3426962" y="2156536"/>
                    <a:pt x="3475702" y="2183530"/>
                    <a:pt x="3532144" y="2190961"/>
                  </a:cubicBezTo>
                  <a:cubicBezTo>
                    <a:pt x="3550072" y="2193346"/>
                    <a:pt x="3568409" y="2192937"/>
                    <a:pt x="3586610" y="2193619"/>
                  </a:cubicBezTo>
                  <a:cubicBezTo>
                    <a:pt x="3594653" y="2193892"/>
                    <a:pt x="3602697" y="2193619"/>
                    <a:pt x="3612854" y="2193619"/>
                  </a:cubicBezTo>
                  <a:cubicBezTo>
                    <a:pt x="3601129" y="2239632"/>
                    <a:pt x="3589813" y="2285099"/>
                    <a:pt x="3577475" y="2330362"/>
                  </a:cubicBezTo>
                  <a:cubicBezTo>
                    <a:pt x="3576521" y="2333838"/>
                    <a:pt x="3568273" y="2337042"/>
                    <a:pt x="3563297" y="2337315"/>
                  </a:cubicBezTo>
                  <a:cubicBezTo>
                    <a:pt x="3514898" y="2339837"/>
                    <a:pt x="3472021" y="2323068"/>
                    <a:pt x="3431598" y="2298255"/>
                  </a:cubicBezTo>
                  <a:cubicBezTo>
                    <a:pt x="3399287" y="2278419"/>
                    <a:pt x="3367453" y="2257628"/>
                    <a:pt x="3334460" y="2239018"/>
                  </a:cubicBezTo>
                  <a:cubicBezTo>
                    <a:pt x="3292810" y="2215569"/>
                    <a:pt x="3247956" y="2202344"/>
                    <a:pt x="3199626" y="2203503"/>
                  </a:cubicBezTo>
                  <a:cubicBezTo>
                    <a:pt x="3197581" y="2203503"/>
                    <a:pt x="3195604" y="2203503"/>
                    <a:pt x="3193559" y="2203776"/>
                  </a:cubicBezTo>
                  <a:cubicBezTo>
                    <a:pt x="3192673" y="2203912"/>
                    <a:pt x="3191786" y="2204526"/>
                    <a:pt x="3190082" y="2205276"/>
                  </a:cubicBezTo>
                  <a:lnTo>
                    <a:pt x="3190082" y="2324431"/>
                  </a:lnTo>
                  <a:cubicBezTo>
                    <a:pt x="3207669" y="2326749"/>
                    <a:pt x="3224779" y="2327908"/>
                    <a:pt x="3241412" y="2331316"/>
                  </a:cubicBezTo>
                  <a:cubicBezTo>
                    <a:pt x="3282380" y="2339769"/>
                    <a:pt x="3317418" y="2360969"/>
                    <a:pt x="3351502" y="2384077"/>
                  </a:cubicBezTo>
                  <a:cubicBezTo>
                    <a:pt x="3368680" y="2395734"/>
                    <a:pt x="3385790" y="2407527"/>
                    <a:pt x="3403308" y="2418638"/>
                  </a:cubicBezTo>
                  <a:cubicBezTo>
                    <a:pt x="3442436" y="2443451"/>
                    <a:pt x="3484155" y="2460356"/>
                    <a:pt x="3533984" y="2457425"/>
                  </a:cubicBezTo>
                  <a:cubicBezTo>
                    <a:pt x="3531871" y="2463901"/>
                    <a:pt x="3530644" y="2468605"/>
                    <a:pt x="3528804" y="2473035"/>
                  </a:cubicBezTo>
                  <a:cubicBezTo>
                    <a:pt x="3513125" y="2510868"/>
                    <a:pt x="3496834" y="2548496"/>
                    <a:pt x="3481837" y="2586601"/>
                  </a:cubicBezTo>
                  <a:cubicBezTo>
                    <a:pt x="3476997" y="2598940"/>
                    <a:pt x="3470589" y="2600371"/>
                    <a:pt x="3458728" y="2597644"/>
                  </a:cubicBezTo>
                  <a:cubicBezTo>
                    <a:pt x="3425463" y="2589942"/>
                    <a:pt x="3400036" y="2569287"/>
                    <a:pt x="3373315" y="2550064"/>
                  </a:cubicBezTo>
                  <a:cubicBezTo>
                    <a:pt x="3342981" y="2528319"/>
                    <a:pt x="3312510" y="2506369"/>
                    <a:pt x="3279926" y="2488441"/>
                  </a:cubicBezTo>
                  <a:cubicBezTo>
                    <a:pt x="3252660" y="2473376"/>
                    <a:pt x="3221166" y="2470922"/>
                    <a:pt x="3189878" y="2471536"/>
                  </a:cubicBezTo>
                  <a:cubicBezTo>
                    <a:pt x="3181152" y="2471672"/>
                    <a:pt x="3177880" y="2474331"/>
                    <a:pt x="3176449" y="2483465"/>
                  </a:cubicBezTo>
                  <a:cubicBezTo>
                    <a:pt x="3171814" y="2513867"/>
                    <a:pt x="3165883" y="2544133"/>
                    <a:pt x="3160430" y="2574400"/>
                  </a:cubicBezTo>
                  <a:cubicBezTo>
                    <a:pt x="3178221" y="2576444"/>
                    <a:pt x="3195945" y="2577331"/>
                    <a:pt x="3213123" y="2580739"/>
                  </a:cubicBezTo>
                  <a:cubicBezTo>
                    <a:pt x="3255045" y="2589055"/>
                    <a:pt x="3286675" y="2615368"/>
                    <a:pt x="3317895" y="2642294"/>
                  </a:cubicBezTo>
                  <a:cubicBezTo>
                    <a:pt x="3333642" y="2655791"/>
                    <a:pt x="3349184" y="2669970"/>
                    <a:pt x="3366635" y="2680876"/>
                  </a:cubicBezTo>
                  <a:cubicBezTo>
                    <a:pt x="3383540" y="2691306"/>
                    <a:pt x="3402831" y="2697918"/>
                    <a:pt x="3422668" y="2706916"/>
                  </a:cubicBezTo>
                  <a:cubicBezTo>
                    <a:pt x="3397991" y="2748021"/>
                    <a:pt x="3372429" y="2790557"/>
                    <a:pt x="3345298" y="2835752"/>
                  </a:cubicBezTo>
                  <a:cubicBezTo>
                    <a:pt x="3328529" y="2822050"/>
                    <a:pt x="3313669" y="2810121"/>
                    <a:pt x="3299013" y="2797987"/>
                  </a:cubicBezTo>
                  <a:cubicBezTo>
                    <a:pt x="3274882" y="2777946"/>
                    <a:pt x="3251637" y="2756678"/>
                    <a:pt x="3226552" y="2738000"/>
                  </a:cubicBezTo>
                  <a:cubicBezTo>
                    <a:pt x="3198535" y="2717073"/>
                    <a:pt x="3165679" y="2706712"/>
                    <a:pt x="3129959" y="2703099"/>
                  </a:cubicBezTo>
                  <a:cubicBezTo>
                    <a:pt x="3139639" y="2667447"/>
                    <a:pt x="3148909" y="2633228"/>
                    <a:pt x="3157839" y="2600371"/>
                  </a:cubicBezTo>
                  <a:cubicBezTo>
                    <a:pt x="3123347" y="2594918"/>
                    <a:pt x="3091172" y="2591714"/>
                    <a:pt x="3059815" y="2584556"/>
                  </a:cubicBezTo>
                  <a:cubicBezTo>
                    <a:pt x="2985309" y="2567515"/>
                    <a:pt x="2920346" y="2531318"/>
                    <a:pt x="2862813" y="2481488"/>
                  </a:cubicBezTo>
                  <a:cubicBezTo>
                    <a:pt x="2859404" y="2478557"/>
                    <a:pt x="2855587" y="2473240"/>
                    <a:pt x="2855928" y="2469422"/>
                  </a:cubicBezTo>
                  <a:cubicBezTo>
                    <a:pt x="2862676" y="2393484"/>
                    <a:pt x="2828525" y="2331725"/>
                    <a:pt x="2786602" y="2273511"/>
                  </a:cubicBezTo>
                  <a:cubicBezTo>
                    <a:pt x="2746997" y="2218500"/>
                    <a:pt x="2704529" y="2165466"/>
                    <a:pt x="2664243" y="2110864"/>
                  </a:cubicBezTo>
                  <a:cubicBezTo>
                    <a:pt x="2643520" y="2082780"/>
                    <a:pt x="2624910" y="2052991"/>
                    <a:pt x="2618298" y="2017748"/>
                  </a:cubicBezTo>
                  <a:cubicBezTo>
                    <a:pt x="2611140" y="1980052"/>
                    <a:pt x="2618025" y="1942969"/>
                    <a:pt x="2626546" y="1906636"/>
                  </a:cubicBezTo>
                  <a:cubicBezTo>
                    <a:pt x="2640248" y="1848149"/>
                    <a:pt x="2658994" y="1790820"/>
                    <a:pt x="2671332" y="1732061"/>
                  </a:cubicBezTo>
                  <a:cubicBezTo>
                    <a:pt x="2713936" y="1528719"/>
                    <a:pt x="2655176" y="1354484"/>
                    <a:pt x="2514616" y="1205335"/>
                  </a:cubicBezTo>
                  <a:cubicBezTo>
                    <a:pt x="2498392" y="1188088"/>
                    <a:pt x="2478283" y="1174523"/>
                    <a:pt x="2460014" y="1159254"/>
                  </a:cubicBezTo>
                  <a:cubicBezTo>
                    <a:pt x="2458651" y="1160617"/>
                    <a:pt x="2457356" y="1161981"/>
                    <a:pt x="2455992" y="1163344"/>
                  </a:cubicBezTo>
                  <a:cubicBezTo>
                    <a:pt x="2461446" y="1170774"/>
                    <a:pt x="2466899" y="1178341"/>
                    <a:pt x="2472421" y="1185703"/>
                  </a:cubicBezTo>
                  <a:cubicBezTo>
                    <a:pt x="2531181" y="1264163"/>
                    <a:pt x="2578148" y="1348622"/>
                    <a:pt x="2601188" y="1444737"/>
                  </a:cubicBezTo>
                  <a:cubicBezTo>
                    <a:pt x="2625319" y="1545215"/>
                    <a:pt x="2617753" y="1644398"/>
                    <a:pt x="2588373" y="1742831"/>
                  </a:cubicBezTo>
                  <a:cubicBezTo>
                    <a:pt x="2572353" y="1796546"/>
                    <a:pt x="2556743" y="1850398"/>
                    <a:pt x="2543587" y="1904864"/>
                  </a:cubicBezTo>
                  <a:cubicBezTo>
                    <a:pt x="2522319" y="1992731"/>
                    <a:pt x="2536430" y="2074395"/>
                    <a:pt x="2591781" y="2147674"/>
                  </a:cubicBezTo>
                  <a:cubicBezTo>
                    <a:pt x="2632954" y="2202208"/>
                    <a:pt x="2673854" y="2256946"/>
                    <a:pt x="2713868" y="2312434"/>
                  </a:cubicBezTo>
                  <a:cubicBezTo>
                    <a:pt x="2737658" y="2345427"/>
                    <a:pt x="2756745" y="2381282"/>
                    <a:pt x="2766016" y="2421297"/>
                  </a:cubicBezTo>
                  <a:cubicBezTo>
                    <a:pt x="2777604" y="2471263"/>
                    <a:pt x="2770924" y="2520548"/>
                    <a:pt x="2752314" y="2567174"/>
                  </a:cubicBezTo>
                  <a:cubicBezTo>
                    <a:pt x="2733023" y="2615436"/>
                    <a:pt x="2709642" y="2662130"/>
                    <a:pt x="2687351" y="2709165"/>
                  </a:cubicBezTo>
                  <a:cubicBezTo>
                    <a:pt x="2683125" y="2718027"/>
                    <a:pt x="2683602" y="2723140"/>
                    <a:pt x="2690828" y="2729888"/>
                  </a:cubicBezTo>
                  <a:cubicBezTo>
                    <a:pt x="2768674" y="2802009"/>
                    <a:pt x="2856678" y="2855861"/>
                    <a:pt x="2961519" y="2878220"/>
                  </a:cubicBezTo>
                  <a:cubicBezTo>
                    <a:pt x="2983468" y="2882923"/>
                    <a:pt x="3006577" y="2883196"/>
                    <a:pt x="3029208" y="2883537"/>
                  </a:cubicBezTo>
                  <a:cubicBezTo>
                    <a:pt x="3051908" y="2883877"/>
                    <a:pt x="3066837" y="2870789"/>
                    <a:pt x="3075698" y="2850476"/>
                  </a:cubicBezTo>
                  <a:cubicBezTo>
                    <a:pt x="3081560" y="2837047"/>
                    <a:pt x="3088514" y="2823891"/>
                    <a:pt x="3092399" y="2809848"/>
                  </a:cubicBezTo>
                  <a:cubicBezTo>
                    <a:pt x="3096625" y="2794579"/>
                    <a:pt x="3105624" y="2793215"/>
                    <a:pt x="3118507" y="2795942"/>
                  </a:cubicBezTo>
                  <a:cubicBezTo>
                    <a:pt x="3147887" y="2802145"/>
                    <a:pt x="3174268" y="2814620"/>
                    <a:pt x="3196558" y="2834525"/>
                  </a:cubicBezTo>
                  <a:cubicBezTo>
                    <a:pt x="3218099" y="2853748"/>
                    <a:pt x="3238344" y="2874402"/>
                    <a:pt x="3259204" y="2894307"/>
                  </a:cubicBezTo>
                  <a:cubicBezTo>
                    <a:pt x="3267997" y="2902692"/>
                    <a:pt x="3277063" y="2910735"/>
                    <a:pt x="3288311" y="2921028"/>
                  </a:cubicBezTo>
                  <a:cubicBezTo>
                    <a:pt x="3259340" y="2957021"/>
                    <a:pt x="3229960" y="2993422"/>
                    <a:pt x="3199353" y="3031391"/>
                  </a:cubicBezTo>
                  <a:cubicBezTo>
                    <a:pt x="3153886" y="2980879"/>
                    <a:pt x="3113803" y="2925936"/>
                    <a:pt x="3043660" y="2906577"/>
                  </a:cubicBezTo>
                  <a:cubicBezTo>
                    <a:pt x="3030163" y="2930776"/>
                    <a:pt x="3016734" y="2954771"/>
                    <a:pt x="3002146" y="2980879"/>
                  </a:cubicBezTo>
                  <a:cubicBezTo>
                    <a:pt x="3063428" y="3001465"/>
                    <a:pt x="3098261" y="3050409"/>
                    <a:pt x="3136708" y="3098808"/>
                  </a:cubicBezTo>
                  <a:cubicBezTo>
                    <a:pt x="3101602" y="3132209"/>
                    <a:pt x="3066905" y="3165270"/>
                    <a:pt x="3031458" y="3199081"/>
                  </a:cubicBezTo>
                  <a:cubicBezTo>
                    <a:pt x="3002214" y="3157840"/>
                    <a:pt x="2972562" y="3119599"/>
                    <a:pt x="2929753" y="3091105"/>
                  </a:cubicBezTo>
                  <a:cubicBezTo>
                    <a:pt x="2913938" y="3111487"/>
                    <a:pt x="2898532" y="3131323"/>
                    <a:pt x="2882104" y="3152592"/>
                  </a:cubicBezTo>
                  <a:cubicBezTo>
                    <a:pt x="2917823" y="3179995"/>
                    <a:pt x="2944477" y="3214351"/>
                    <a:pt x="2967176" y="3254842"/>
                  </a:cubicBezTo>
                  <a:cubicBezTo>
                    <a:pt x="2924095" y="3286471"/>
                    <a:pt x="2881491" y="3317828"/>
                    <a:pt x="2836569" y="3350821"/>
                  </a:cubicBezTo>
                  <a:cubicBezTo>
                    <a:pt x="2819936" y="3252183"/>
                    <a:pt x="2757427" y="3182108"/>
                    <a:pt x="2704461" y="3106783"/>
                  </a:cubicBezTo>
                  <a:cubicBezTo>
                    <a:pt x="2676172" y="3066565"/>
                    <a:pt x="2648837" y="3025869"/>
                    <a:pt x="2632000" y="2979175"/>
                  </a:cubicBezTo>
                  <a:cubicBezTo>
                    <a:pt x="2615776" y="2934253"/>
                    <a:pt x="2612299" y="2888581"/>
                    <a:pt x="2623342" y="2841955"/>
                  </a:cubicBezTo>
                  <a:cubicBezTo>
                    <a:pt x="2624092" y="2838683"/>
                    <a:pt x="2624092" y="2835206"/>
                    <a:pt x="2624978" y="2827231"/>
                  </a:cubicBezTo>
                  <a:cubicBezTo>
                    <a:pt x="2619798" y="2834252"/>
                    <a:pt x="2616935" y="2837524"/>
                    <a:pt x="2614753" y="2841137"/>
                  </a:cubicBezTo>
                  <a:cubicBezTo>
                    <a:pt x="2568468" y="2916870"/>
                    <a:pt x="2562537" y="2996012"/>
                    <a:pt x="2601393" y="3075563"/>
                  </a:cubicBezTo>
                  <a:cubicBezTo>
                    <a:pt x="2626887" y="3127710"/>
                    <a:pt x="2657698" y="3177268"/>
                    <a:pt x="2686806" y="3227643"/>
                  </a:cubicBezTo>
                  <a:cubicBezTo>
                    <a:pt x="2712709" y="3272429"/>
                    <a:pt x="2738136" y="3317146"/>
                    <a:pt x="2749519" y="3368408"/>
                  </a:cubicBezTo>
                  <a:cubicBezTo>
                    <a:pt x="2756404" y="3399628"/>
                    <a:pt x="2756949" y="3399697"/>
                    <a:pt x="2729819" y="3415102"/>
                  </a:cubicBezTo>
                  <a:cubicBezTo>
                    <a:pt x="2704802" y="3429281"/>
                    <a:pt x="2679512" y="3443051"/>
                    <a:pt x="2652722" y="3457911"/>
                  </a:cubicBezTo>
                  <a:cubicBezTo>
                    <a:pt x="2649791" y="3439506"/>
                    <a:pt x="2647814" y="3423146"/>
                    <a:pt x="2644474" y="3407059"/>
                  </a:cubicBezTo>
                  <a:cubicBezTo>
                    <a:pt x="2632681" y="3350616"/>
                    <a:pt x="2608550" y="3298809"/>
                    <a:pt x="2583124" y="3247548"/>
                  </a:cubicBezTo>
                  <a:cubicBezTo>
                    <a:pt x="2552858" y="3186334"/>
                    <a:pt x="2521705" y="3125529"/>
                    <a:pt x="2492871" y="3063702"/>
                  </a:cubicBezTo>
                  <a:cubicBezTo>
                    <a:pt x="2459469" y="2991990"/>
                    <a:pt x="2462332" y="2919938"/>
                    <a:pt x="2500437" y="2850816"/>
                  </a:cubicBezTo>
                  <a:cubicBezTo>
                    <a:pt x="2531658" y="2794170"/>
                    <a:pt x="2566355" y="2739432"/>
                    <a:pt x="2598325" y="2683126"/>
                  </a:cubicBezTo>
                  <a:cubicBezTo>
                    <a:pt x="2616526" y="2651087"/>
                    <a:pt x="2634113" y="2618435"/>
                    <a:pt x="2648769" y="2584693"/>
                  </a:cubicBezTo>
                  <a:cubicBezTo>
                    <a:pt x="2689191" y="2491917"/>
                    <a:pt x="2682239" y="2401596"/>
                    <a:pt x="2625933" y="2317410"/>
                  </a:cubicBezTo>
                  <a:cubicBezTo>
                    <a:pt x="2591372" y="2265740"/>
                    <a:pt x="2552449" y="2216932"/>
                    <a:pt x="2515638" y="2166761"/>
                  </a:cubicBezTo>
                  <a:cubicBezTo>
                    <a:pt x="2504868" y="2152037"/>
                    <a:pt x="2494779" y="2136904"/>
                    <a:pt x="2484214" y="2122044"/>
                  </a:cubicBezTo>
                  <a:cubicBezTo>
                    <a:pt x="2432679" y="2049173"/>
                    <a:pt x="2428862" y="1969622"/>
                    <a:pt x="2453470" y="1887209"/>
                  </a:cubicBezTo>
                  <a:cubicBezTo>
                    <a:pt x="2468944" y="1835470"/>
                    <a:pt x="2487486" y="1784617"/>
                    <a:pt x="2504664" y="1733356"/>
                  </a:cubicBezTo>
                  <a:cubicBezTo>
                    <a:pt x="2526545" y="1668188"/>
                    <a:pt x="2540656" y="1601180"/>
                    <a:pt x="2538883" y="1532468"/>
                  </a:cubicBezTo>
                  <a:cubicBezTo>
                    <a:pt x="2534521" y="1359869"/>
                    <a:pt x="2466558" y="1217264"/>
                    <a:pt x="2332065" y="1107583"/>
                  </a:cubicBezTo>
                  <a:cubicBezTo>
                    <a:pt x="2323885" y="1100903"/>
                    <a:pt x="2314410" y="1095722"/>
                    <a:pt x="2305480" y="1090064"/>
                  </a:cubicBezTo>
                  <a:cubicBezTo>
                    <a:pt x="2302549" y="1088224"/>
                    <a:pt x="2299208" y="1086997"/>
                    <a:pt x="2293755" y="1087338"/>
                  </a:cubicBezTo>
                  <a:cubicBezTo>
                    <a:pt x="2297436" y="1092655"/>
                    <a:pt x="2300776" y="1098244"/>
                    <a:pt x="2304798" y="1103289"/>
                  </a:cubicBezTo>
                  <a:cubicBezTo>
                    <a:pt x="2364512" y="1177727"/>
                    <a:pt x="2414751" y="1257210"/>
                    <a:pt x="2438269" y="1351144"/>
                  </a:cubicBezTo>
                  <a:cubicBezTo>
                    <a:pt x="2467308" y="1467028"/>
                    <a:pt x="2459810" y="1580526"/>
                    <a:pt x="2418432" y="1692456"/>
                  </a:cubicBezTo>
                  <a:cubicBezTo>
                    <a:pt x="2396006" y="1753056"/>
                    <a:pt x="2374056" y="1813929"/>
                    <a:pt x="2355651" y="1875825"/>
                  </a:cubicBezTo>
                  <a:cubicBezTo>
                    <a:pt x="2321363" y="1990959"/>
                    <a:pt x="2343858" y="2095390"/>
                    <a:pt x="2419728" y="2188984"/>
                  </a:cubicBezTo>
                  <a:cubicBezTo>
                    <a:pt x="2455379" y="2233019"/>
                    <a:pt x="2489326" y="2278555"/>
                    <a:pt x="2522251" y="2324704"/>
                  </a:cubicBezTo>
                  <a:cubicBezTo>
                    <a:pt x="2546518" y="2358719"/>
                    <a:pt x="2563015" y="2396620"/>
                    <a:pt x="2569286" y="2438679"/>
                  </a:cubicBezTo>
                  <a:cubicBezTo>
                    <a:pt x="2575966" y="2483806"/>
                    <a:pt x="2568536" y="2527501"/>
                    <a:pt x="2548972" y="2567174"/>
                  </a:cubicBezTo>
                  <a:cubicBezTo>
                    <a:pt x="2523546" y="2618776"/>
                    <a:pt x="2493212" y="2667925"/>
                    <a:pt x="2464377" y="2717755"/>
                  </a:cubicBezTo>
                  <a:cubicBezTo>
                    <a:pt x="2441337" y="2757564"/>
                    <a:pt x="2415842" y="2796078"/>
                    <a:pt x="2393892" y="2836501"/>
                  </a:cubicBezTo>
                  <a:cubicBezTo>
                    <a:pt x="2344744" y="2927027"/>
                    <a:pt x="2343653" y="3019462"/>
                    <a:pt x="2389461" y="3111555"/>
                  </a:cubicBezTo>
                  <a:cubicBezTo>
                    <a:pt x="2423477" y="3179926"/>
                    <a:pt x="2460014" y="3247071"/>
                    <a:pt x="2494439" y="3315170"/>
                  </a:cubicBezTo>
                  <a:cubicBezTo>
                    <a:pt x="2520342" y="3366431"/>
                    <a:pt x="2539838" y="3420010"/>
                    <a:pt x="2546382" y="3477543"/>
                  </a:cubicBezTo>
                  <a:cubicBezTo>
                    <a:pt x="2546791" y="3481088"/>
                    <a:pt x="2546927" y="3484633"/>
                    <a:pt x="2547609" y="3488109"/>
                  </a:cubicBezTo>
                  <a:cubicBezTo>
                    <a:pt x="2550540" y="3502288"/>
                    <a:pt x="2544882" y="3509923"/>
                    <a:pt x="2531181" y="3514967"/>
                  </a:cubicBezTo>
                  <a:cubicBezTo>
                    <a:pt x="2496620" y="3527714"/>
                    <a:pt x="2462536" y="3541825"/>
                    <a:pt x="2429476" y="3554913"/>
                  </a:cubicBezTo>
                  <a:cubicBezTo>
                    <a:pt x="2426135" y="3521579"/>
                    <a:pt x="2425181" y="3489268"/>
                    <a:pt x="2419319" y="3457911"/>
                  </a:cubicBezTo>
                  <a:cubicBezTo>
                    <a:pt x="2407867" y="3396220"/>
                    <a:pt x="2380532" y="3340119"/>
                    <a:pt x="2352720" y="3284358"/>
                  </a:cubicBezTo>
                  <a:cubicBezTo>
                    <a:pt x="2322249" y="3223281"/>
                    <a:pt x="2290551" y="3162680"/>
                    <a:pt x="2262194" y="3100648"/>
                  </a:cubicBezTo>
                  <a:cubicBezTo>
                    <a:pt x="2241062" y="3054226"/>
                    <a:pt x="2229269" y="3005146"/>
                    <a:pt x="2238472" y="2953067"/>
                  </a:cubicBezTo>
                  <a:cubicBezTo>
                    <a:pt x="2246584" y="2906986"/>
                    <a:pt x="2264989" y="2864927"/>
                    <a:pt x="2289052" y="2825526"/>
                  </a:cubicBezTo>
                  <a:cubicBezTo>
                    <a:pt x="2324635" y="2767244"/>
                    <a:pt x="2362399" y="2710256"/>
                    <a:pt x="2398051" y="2651974"/>
                  </a:cubicBezTo>
                  <a:cubicBezTo>
                    <a:pt x="2425113" y="2607801"/>
                    <a:pt x="2446449" y="2561039"/>
                    <a:pt x="2454902" y="2509164"/>
                  </a:cubicBezTo>
                  <a:cubicBezTo>
                    <a:pt x="2464036" y="2452790"/>
                    <a:pt x="2457560" y="2398052"/>
                    <a:pt x="2428248" y="2349244"/>
                  </a:cubicBezTo>
                  <a:cubicBezTo>
                    <a:pt x="2401800" y="2305140"/>
                    <a:pt x="2369898" y="2264308"/>
                    <a:pt x="2339904" y="2222317"/>
                  </a:cubicBezTo>
                  <a:cubicBezTo>
                    <a:pt x="2324635" y="2200913"/>
                    <a:pt x="2308138" y="2180326"/>
                    <a:pt x="2292528" y="2159126"/>
                  </a:cubicBezTo>
                  <a:cubicBezTo>
                    <a:pt x="2230701" y="2075145"/>
                    <a:pt x="2216522" y="1981892"/>
                    <a:pt x="2247061" y="1884005"/>
                  </a:cubicBezTo>
                  <a:cubicBezTo>
                    <a:pt x="2267715" y="1817678"/>
                    <a:pt x="2296346" y="1753670"/>
                    <a:pt x="2322726" y="1689184"/>
                  </a:cubicBezTo>
                  <a:cubicBezTo>
                    <a:pt x="2352856" y="1615495"/>
                    <a:pt x="2373919" y="1540171"/>
                    <a:pt x="2372488" y="1459666"/>
                  </a:cubicBezTo>
                  <a:cubicBezTo>
                    <a:pt x="2370375" y="1340714"/>
                    <a:pt x="2333156" y="1233760"/>
                    <a:pt x="2258717" y="1141462"/>
                  </a:cubicBezTo>
                  <a:cubicBezTo>
                    <a:pt x="2230701" y="1106697"/>
                    <a:pt x="2195458" y="1077726"/>
                    <a:pt x="2162738" y="1046847"/>
                  </a:cubicBezTo>
                  <a:cubicBezTo>
                    <a:pt x="2158376" y="1042688"/>
                    <a:pt x="2149650" y="1043166"/>
                    <a:pt x="2142970" y="1041529"/>
                  </a:cubicBezTo>
                  <a:cubicBezTo>
                    <a:pt x="2144401" y="1048210"/>
                    <a:pt x="2143788" y="1056458"/>
                    <a:pt x="2147537" y="1061298"/>
                  </a:cubicBezTo>
                  <a:cubicBezTo>
                    <a:pt x="2199003" y="1127556"/>
                    <a:pt x="2238949" y="1199472"/>
                    <a:pt x="2258717" y="1281750"/>
                  </a:cubicBezTo>
                  <a:cubicBezTo>
                    <a:pt x="2289120" y="1408268"/>
                    <a:pt x="2277463" y="1530287"/>
                    <a:pt x="2223952" y="1649101"/>
                  </a:cubicBezTo>
                  <a:cubicBezTo>
                    <a:pt x="2194095" y="1715428"/>
                    <a:pt x="2165124" y="1782368"/>
                    <a:pt x="2140311" y="1850671"/>
                  </a:cubicBezTo>
                  <a:cubicBezTo>
                    <a:pt x="2091299" y="1985505"/>
                    <a:pt x="2114612" y="2109160"/>
                    <a:pt x="2205411" y="2220340"/>
                  </a:cubicBezTo>
                  <a:cubicBezTo>
                    <a:pt x="2229746" y="2250129"/>
                    <a:pt x="2252855" y="2280941"/>
                    <a:pt x="2275759" y="2311821"/>
                  </a:cubicBezTo>
                  <a:cubicBezTo>
                    <a:pt x="2340722" y="2399551"/>
                    <a:pt x="2349720" y="2493485"/>
                    <a:pt x="2298936" y="2589737"/>
                  </a:cubicBezTo>
                  <a:cubicBezTo>
                    <a:pt x="2269760" y="2645089"/>
                    <a:pt x="2233700" y="2696691"/>
                    <a:pt x="2200912" y="2750134"/>
                  </a:cubicBezTo>
                  <a:cubicBezTo>
                    <a:pt x="2180802" y="2782922"/>
                    <a:pt x="2159943" y="2815233"/>
                    <a:pt x="2141470" y="2848908"/>
                  </a:cubicBezTo>
                  <a:cubicBezTo>
                    <a:pt x="2091163" y="2940524"/>
                    <a:pt x="2087073" y="3035140"/>
                    <a:pt x="2129405" y="3130505"/>
                  </a:cubicBezTo>
                  <a:cubicBezTo>
                    <a:pt x="2156194" y="3191038"/>
                    <a:pt x="2185847" y="3250343"/>
                    <a:pt x="2214477" y="3310057"/>
                  </a:cubicBezTo>
                  <a:cubicBezTo>
                    <a:pt x="2241403" y="3366227"/>
                    <a:pt x="2268193" y="3422737"/>
                    <a:pt x="2277804" y="3484769"/>
                  </a:cubicBezTo>
                  <a:cubicBezTo>
                    <a:pt x="2282848" y="3517489"/>
                    <a:pt x="2281826" y="3551232"/>
                    <a:pt x="2282371" y="3584497"/>
                  </a:cubicBezTo>
                  <a:cubicBezTo>
                    <a:pt x="2282439" y="3589882"/>
                    <a:pt x="2277122" y="3599017"/>
                    <a:pt x="2272692" y="3600176"/>
                  </a:cubicBezTo>
                  <a:cubicBezTo>
                    <a:pt x="2233155" y="3610332"/>
                    <a:pt x="2193209" y="3619126"/>
                    <a:pt x="2151968" y="3628601"/>
                  </a:cubicBezTo>
                  <a:cubicBezTo>
                    <a:pt x="2153536" y="3608765"/>
                    <a:pt x="2155785" y="3591246"/>
                    <a:pt x="2156262" y="3573727"/>
                  </a:cubicBezTo>
                  <a:cubicBezTo>
                    <a:pt x="2158784" y="3483201"/>
                    <a:pt x="2133904" y="3398742"/>
                    <a:pt x="2096889" y="3317419"/>
                  </a:cubicBezTo>
                  <a:cubicBezTo>
                    <a:pt x="2069281" y="3256682"/>
                    <a:pt x="2039424" y="3196900"/>
                    <a:pt x="2012089" y="3136027"/>
                  </a:cubicBezTo>
                  <a:cubicBezTo>
                    <a:pt x="1989935" y="3086742"/>
                    <a:pt x="1974870" y="3035481"/>
                    <a:pt x="1979983" y="2980266"/>
                  </a:cubicBezTo>
                  <a:cubicBezTo>
                    <a:pt x="1983391" y="2942910"/>
                    <a:pt x="1993684" y="2907122"/>
                    <a:pt x="2012021" y="2875084"/>
                  </a:cubicBezTo>
                  <a:cubicBezTo>
                    <a:pt x="2042833" y="2821096"/>
                    <a:pt x="2076984" y="2769016"/>
                    <a:pt x="2109363" y="2715982"/>
                  </a:cubicBezTo>
                  <a:cubicBezTo>
                    <a:pt x="2134654" y="2674605"/>
                    <a:pt x="2161784" y="2634046"/>
                    <a:pt x="2184143" y="2591100"/>
                  </a:cubicBezTo>
                  <a:cubicBezTo>
                    <a:pt x="2235472" y="2492463"/>
                    <a:pt x="2227565" y="2397097"/>
                    <a:pt x="2161170" y="2307390"/>
                  </a:cubicBezTo>
                  <a:cubicBezTo>
                    <a:pt x="2135540" y="2272829"/>
                    <a:pt x="2108682" y="2239155"/>
                    <a:pt x="2083119" y="2204526"/>
                  </a:cubicBezTo>
                  <a:cubicBezTo>
                    <a:pt x="2051762" y="2161921"/>
                    <a:pt x="2031176" y="2114613"/>
                    <a:pt x="2023064" y="2061989"/>
                  </a:cubicBezTo>
                  <a:cubicBezTo>
                    <a:pt x="2018361" y="2031313"/>
                    <a:pt x="1997706" y="2017271"/>
                    <a:pt x="1967849" y="2024224"/>
                  </a:cubicBezTo>
                  <a:cubicBezTo>
                    <a:pt x="1938810" y="2030973"/>
                    <a:pt x="1910248" y="2039494"/>
                    <a:pt x="1881209" y="2045969"/>
                  </a:cubicBezTo>
                  <a:cubicBezTo>
                    <a:pt x="1830152" y="2057421"/>
                    <a:pt x="1779708" y="2052445"/>
                    <a:pt x="1729878" y="2037994"/>
                  </a:cubicBezTo>
                  <a:cubicBezTo>
                    <a:pt x="1711950" y="2032813"/>
                    <a:pt x="1693954" y="2027633"/>
                    <a:pt x="1675754" y="2023406"/>
                  </a:cubicBezTo>
                  <a:cubicBezTo>
                    <a:pt x="1652372" y="2017953"/>
                    <a:pt x="1627968" y="2031041"/>
                    <a:pt x="1624901" y="2054763"/>
                  </a:cubicBezTo>
                  <a:cubicBezTo>
                    <a:pt x="1613926" y="2141062"/>
                    <a:pt x="1564641" y="2206639"/>
                    <a:pt x="1512494" y="2271193"/>
                  </a:cubicBezTo>
                  <a:cubicBezTo>
                    <a:pt x="1481205" y="2309912"/>
                    <a:pt x="1452439" y="2350335"/>
                    <a:pt x="1438260" y="2399006"/>
                  </a:cubicBezTo>
                  <a:cubicBezTo>
                    <a:pt x="1418969" y="2465264"/>
                    <a:pt x="1428853" y="2529409"/>
                    <a:pt x="1460823" y="2588510"/>
                  </a:cubicBezTo>
                  <a:cubicBezTo>
                    <a:pt x="1491294" y="2644884"/>
                    <a:pt x="1527559" y="2698191"/>
                    <a:pt x="1561369" y="2752792"/>
                  </a:cubicBezTo>
                  <a:cubicBezTo>
                    <a:pt x="1581615" y="2785513"/>
                    <a:pt x="1602815" y="2817619"/>
                    <a:pt x="1622311" y="2850748"/>
                  </a:cubicBezTo>
                  <a:cubicBezTo>
                    <a:pt x="1675345" y="2940865"/>
                    <a:pt x="1681820" y="3033845"/>
                    <a:pt x="1637239" y="3129278"/>
                  </a:cubicBezTo>
                  <a:cubicBezTo>
                    <a:pt x="1610041" y="3187493"/>
                    <a:pt x="1582365" y="3245435"/>
                    <a:pt x="1555234" y="3303649"/>
                  </a:cubicBezTo>
                  <a:cubicBezTo>
                    <a:pt x="1526059" y="3366227"/>
                    <a:pt x="1501314" y="3430644"/>
                    <a:pt x="1494566" y="3499698"/>
                  </a:cubicBezTo>
                  <a:cubicBezTo>
                    <a:pt x="1490544" y="3541143"/>
                    <a:pt x="1493816" y="3583270"/>
                    <a:pt x="1493816" y="3627033"/>
                  </a:cubicBezTo>
                  <a:cubicBezTo>
                    <a:pt x="1477933" y="3624034"/>
                    <a:pt x="1461777" y="3621239"/>
                    <a:pt x="1445758" y="3617762"/>
                  </a:cubicBezTo>
                  <a:cubicBezTo>
                    <a:pt x="1424490" y="3613127"/>
                    <a:pt x="1403563" y="3607197"/>
                    <a:pt x="1382158" y="3603311"/>
                  </a:cubicBezTo>
                  <a:cubicBezTo>
                    <a:pt x="1368934" y="3600925"/>
                    <a:pt x="1363685" y="3594245"/>
                    <a:pt x="1363072" y="3581430"/>
                  </a:cubicBezTo>
                  <a:cubicBezTo>
                    <a:pt x="1361231" y="3544347"/>
                    <a:pt x="1362526" y="3507741"/>
                    <a:pt x="1370911" y="3471272"/>
                  </a:cubicBezTo>
                  <a:cubicBezTo>
                    <a:pt x="1386521" y="3403582"/>
                    <a:pt x="1416924" y="3341959"/>
                    <a:pt x="1446644" y="3279927"/>
                  </a:cubicBezTo>
                  <a:cubicBezTo>
                    <a:pt x="1472412" y="3226144"/>
                    <a:pt x="1498451" y="3172360"/>
                    <a:pt x="1521560" y="3117417"/>
                  </a:cubicBezTo>
                  <a:cubicBezTo>
                    <a:pt x="1558915" y="3028459"/>
                    <a:pt x="1553530" y="2939911"/>
                    <a:pt x="1507654" y="2855588"/>
                  </a:cubicBezTo>
                  <a:cubicBezTo>
                    <a:pt x="1479433" y="2803713"/>
                    <a:pt x="1446372" y="2754360"/>
                    <a:pt x="1414538" y="2704530"/>
                  </a:cubicBezTo>
                  <a:cubicBezTo>
                    <a:pt x="1385362" y="2658926"/>
                    <a:pt x="1355233" y="2614005"/>
                    <a:pt x="1334987" y="2563357"/>
                  </a:cubicBezTo>
                  <a:cubicBezTo>
                    <a:pt x="1302335" y="2481556"/>
                    <a:pt x="1309152" y="2403300"/>
                    <a:pt x="1358232" y="2330635"/>
                  </a:cubicBezTo>
                  <a:cubicBezTo>
                    <a:pt x="1389316" y="2284554"/>
                    <a:pt x="1424831" y="2241404"/>
                    <a:pt x="1457892" y="2196618"/>
                  </a:cubicBezTo>
                  <a:cubicBezTo>
                    <a:pt x="1508676" y="2127974"/>
                    <a:pt x="1535466" y="2051695"/>
                    <a:pt x="1530013" y="1965532"/>
                  </a:cubicBezTo>
                  <a:cubicBezTo>
                    <a:pt x="1526263" y="1906295"/>
                    <a:pt x="1508881" y="1850398"/>
                    <a:pt x="1486386" y="1795933"/>
                  </a:cubicBezTo>
                  <a:cubicBezTo>
                    <a:pt x="1458574" y="1728652"/>
                    <a:pt x="1426467" y="1663008"/>
                    <a:pt x="1402404" y="1594432"/>
                  </a:cubicBezTo>
                  <a:cubicBezTo>
                    <a:pt x="1339827" y="1415902"/>
                    <a:pt x="1369070" y="1249030"/>
                    <a:pt x="1474797" y="1094018"/>
                  </a:cubicBezTo>
                  <a:cubicBezTo>
                    <a:pt x="1482500" y="1082702"/>
                    <a:pt x="1491771" y="1072477"/>
                    <a:pt x="1498860" y="1060889"/>
                  </a:cubicBezTo>
                  <a:cubicBezTo>
                    <a:pt x="1501996" y="1055776"/>
                    <a:pt x="1501655" y="1048551"/>
                    <a:pt x="1502882" y="1042279"/>
                  </a:cubicBezTo>
                  <a:cubicBezTo>
                    <a:pt x="1496611" y="1043370"/>
                    <a:pt x="1488908" y="1042484"/>
                    <a:pt x="1484341" y="1045892"/>
                  </a:cubicBezTo>
                  <a:cubicBezTo>
                    <a:pt x="1442691" y="1077045"/>
                    <a:pt x="1406494" y="1113787"/>
                    <a:pt x="1376023" y="1155982"/>
                  </a:cubicBezTo>
                  <a:cubicBezTo>
                    <a:pt x="1304653" y="1254892"/>
                    <a:pt x="1269342" y="1365186"/>
                    <a:pt x="1273841" y="1487478"/>
                  </a:cubicBezTo>
                  <a:cubicBezTo>
                    <a:pt x="1276432" y="1558099"/>
                    <a:pt x="1296677" y="1624630"/>
                    <a:pt x="1323603" y="1689524"/>
                  </a:cubicBezTo>
                  <a:cubicBezTo>
                    <a:pt x="1348552" y="1749716"/>
                    <a:pt x="1375410" y="1809430"/>
                    <a:pt x="1395519" y="1871258"/>
                  </a:cubicBezTo>
                  <a:cubicBezTo>
                    <a:pt x="1424695" y="1960897"/>
                    <a:pt x="1422990" y="2050059"/>
                    <a:pt x="1370297" y="2132541"/>
                  </a:cubicBezTo>
                  <a:cubicBezTo>
                    <a:pt x="1350733" y="2163217"/>
                    <a:pt x="1328170" y="2191983"/>
                    <a:pt x="1306561" y="2221295"/>
                  </a:cubicBezTo>
                  <a:cubicBezTo>
                    <a:pt x="1284339" y="2251425"/>
                    <a:pt x="1260549" y="2280464"/>
                    <a:pt x="1239212" y="2311275"/>
                  </a:cubicBezTo>
                  <a:cubicBezTo>
                    <a:pt x="1177385" y="2400710"/>
                    <a:pt x="1169955" y="2496212"/>
                    <a:pt x="1217944" y="2592804"/>
                  </a:cubicBezTo>
                  <a:cubicBezTo>
                    <a:pt x="1246847" y="2651019"/>
                    <a:pt x="1283998" y="2705144"/>
                    <a:pt x="1317195" y="2761245"/>
                  </a:cubicBezTo>
                  <a:cubicBezTo>
                    <a:pt x="1338804" y="2797783"/>
                    <a:pt x="1361436" y="2833843"/>
                    <a:pt x="1380795" y="2871539"/>
                  </a:cubicBezTo>
                  <a:cubicBezTo>
                    <a:pt x="1416378" y="2941001"/>
                    <a:pt x="1421491" y="3013395"/>
                    <a:pt x="1389520" y="3085311"/>
                  </a:cubicBezTo>
                  <a:cubicBezTo>
                    <a:pt x="1362458" y="3146252"/>
                    <a:pt x="1332260" y="3205830"/>
                    <a:pt x="1302403" y="3265544"/>
                  </a:cubicBezTo>
                  <a:cubicBezTo>
                    <a:pt x="1271592" y="3327099"/>
                    <a:pt x="1239826" y="3388313"/>
                    <a:pt x="1226942" y="3456616"/>
                  </a:cubicBezTo>
                  <a:cubicBezTo>
                    <a:pt x="1221012" y="3488109"/>
                    <a:pt x="1219853" y="3520557"/>
                    <a:pt x="1216376" y="3554231"/>
                  </a:cubicBezTo>
                  <a:cubicBezTo>
                    <a:pt x="1180657" y="3540052"/>
                    <a:pt x="1142620" y="3525260"/>
                    <a:pt x="1104992" y="3509445"/>
                  </a:cubicBezTo>
                  <a:cubicBezTo>
                    <a:pt x="1101379" y="3507946"/>
                    <a:pt x="1097766" y="3499493"/>
                    <a:pt x="1098584" y="3495130"/>
                  </a:cubicBezTo>
                  <a:cubicBezTo>
                    <a:pt x="1105401" y="3459002"/>
                    <a:pt x="1108195" y="3420965"/>
                    <a:pt x="1122033" y="3387563"/>
                  </a:cubicBezTo>
                  <a:cubicBezTo>
                    <a:pt x="1147596" y="3325599"/>
                    <a:pt x="1179839" y="3266362"/>
                    <a:pt x="1209083" y="3205830"/>
                  </a:cubicBezTo>
                  <a:cubicBezTo>
                    <a:pt x="1229328" y="3163975"/>
                    <a:pt x="1251005" y="3122734"/>
                    <a:pt x="1269069" y="3079994"/>
                  </a:cubicBezTo>
                  <a:cubicBezTo>
                    <a:pt x="1301040" y="3004260"/>
                    <a:pt x="1297154" y="2927981"/>
                    <a:pt x="1260549" y="2855384"/>
                  </a:cubicBezTo>
                  <a:cubicBezTo>
                    <a:pt x="1235122" y="2804940"/>
                    <a:pt x="1203902" y="2757360"/>
                    <a:pt x="1175204" y="2708552"/>
                  </a:cubicBezTo>
                  <a:cubicBezTo>
                    <a:pt x="1153390" y="2671537"/>
                    <a:pt x="1130145" y="2635273"/>
                    <a:pt x="1109832" y="2597372"/>
                  </a:cubicBezTo>
                  <a:cubicBezTo>
                    <a:pt x="1055434" y="2495803"/>
                    <a:pt x="1065523" y="2398938"/>
                    <a:pt x="1134440" y="2307526"/>
                  </a:cubicBezTo>
                  <a:cubicBezTo>
                    <a:pt x="1172545" y="2257014"/>
                    <a:pt x="1211673" y="2207252"/>
                    <a:pt x="1248619" y="2155855"/>
                  </a:cubicBezTo>
                  <a:cubicBezTo>
                    <a:pt x="1275682" y="2118226"/>
                    <a:pt x="1295450" y="2076576"/>
                    <a:pt x="1302199" y="2030018"/>
                  </a:cubicBezTo>
                  <a:cubicBezTo>
                    <a:pt x="1309629" y="1978620"/>
                    <a:pt x="1305811" y="1927427"/>
                    <a:pt x="1291087" y="1878211"/>
                  </a:cubicBezTo>
                  <a:cubicBezTo>
                    <a:pt x="1272273" y="1815361"/>
                    <a:pt x="1249710" y="1753601"/>
                    <a:pt x="1227351" y="1691910"/>
                  </a:cubicBezTo>
                  <a:cubicBezTo>
                    <a:pt x="1196949" y="1607792"/>
                    <a:pt x="1183588" y="1521834"/>
                    <a:pt x="1192859" y="1432535"/>
                  </a:cubicBezTo>
                  <a:cubicBezTo>
                    <a:pt x="1204106" y="1324354"/>
                    <a:pt x="1246370" y="1228920"/>
                    <a:pt x="1310992" y="1142621"/>
                  </a:cubicBezTo>
                  <a:cubicBezTo>
                    <a:pt x="1324557" y="1124557"/>
                    <a:pt x="1338327" y="1106697"/>
                    <a:pt x="1352029" y="1088769"/>
                  </a:cubicBezTo>
                  <a:cubicBezTo>
                    <a:pt x="1350938" y="1087406"/>
                    <a:pt x="1349847" y="1086111"/>
                    <a:pt x="1348757" y="1084747"/>
                  </a:cubicBezTo>
                  <a:cubicBezTo>
                    <a:pt x="1332397" y="1095927"/>
                    <a:pt x="1314878" y="1105811"/>
                    <a:pt x="1299881" y="1118558"/>
                  </a:cubicBezTo>
                  <a:cubicBezTo>
                    <a:pt x="1204447" y="1199881"/>
                    <a:pt x="1145551" y="1303359"/>
                    <a:pt x="1118557" y="1425105"/>
                  </a:cubicBezTo>
                  <a:cubicBezTo>
                    <a:pt x="1093062" y="1540034"/>
                    <a:pt x="1111672" y="1650942"/>
                    <a:pt x="1150050" y="1760282"/>
                  </a:cubicBezTo>
                  <a:cubicBezTo>
                    <a:pt x="1168455" y="1812634"/>
                    <a:pt x="1185769" y="1865532"/>
                    <a:pt x="1199675" y="1919247"/>
                  </a:cubicBezTo>
                  <a:cubicBezTo>
                    <a:pt x="1221148" y="2002138"/>
                    <a:pt x="1197903" y="2076099"/>
                    <a:pt x="1147460" y="2143039"/>
                  </a:cubicBezTo>
                  <a:cubicBezTo>
                    <a:pt x="1110581" y="2191983"/>
                    <a:pt x="1073158" y="2240518"/>
                    <a:pt x="1037302" y="2290143"/>
                  </a:cubicBezTo>
                  <a:cubicBezTo>
                    <a:pt x="1008126" y="2330566"/>
                    <a:pt x="984813" y="2374398"/>
                    <a:pt x="975679" y="2424160"/>
                  </a:cubicBezTo>
                  <a:cubicBezTo>
                    <a:pt x="964704" y="2484078"/>
                    <a:pt x="974929" y="2541952"/>
                    <a:pt x="1002060" y="2595190"/>
                  </a:cubicBezTo>
                  <a:cubicBezTo>
                    <a:pt x="1032598" y="2655041"/>
                    <a:pt x="1068250" y="2712233"/>
                    <a:pt x="1101583" y="2770584"/>
                  </a:cubicBezTo>
                  <a:cubicBezTo>
                    <a:pt x="1115626" y="2795192"/>
                    <a:pt x="1129736" y="2819732"/>
                    <a:pt x="1143302" y="2844613"/>
                  </a:cubicBezTo>
                  <a:cubicBezTo>
                    <a:pt x="1183929" y="2919120"/>
                    <a:pt x="1186587" y="2995262"/>
                    <a:pt x="1150186" y="3071814"/>
                  </a:cubicBezTo>
                  <a:cubicBezTo>
                    <a:pt x="1121556" y="3132073"/>
                    <a:pt x="1090949" y="3191379"/>
                    <a:pt x="1061433" y="3251229"/>
                  </a:cubicBezTo>
                  <a:cubicBezTo>
                    <a:pt x="1034098" y="3306581"/>
                    <a:pt x="1008331" y="3362546"/>
                    <a:pt x="998174" y="3424237"/>
                  </a:cubicBezTo>
                  <a:cubicBezTo>
                    <a:pt x="996470" y="3434598"/>
                    <a:pt x="995447" y="3445096"/>
                    <a:pt x="993811" y="3458184"/>
                  </a:cubicBezTo>
                  <a:cubicBezTo>
                    <a:pt x="960205" y="3439438"/>
                    <a:pt x="928235" y="3422055"/>
                    <a:pt x="896878" y="3403650"/>
                  </a:cubicBezTo>
                  <a:cubicBezTo>
                    <a:pt x="893674" y="3401742"/>
                    <a:pt x="892583" y="3393221"/>
                    <a:pt x="893265" y="3388176"/>
                  </a:cubicBezTo>
                  <a:cubicBezTo>
                    <a:pt x="901104" y="3331257"/>
                    <a:pt x="928371" y="3282245"/>
                    <a:pt x="956456" y="3233437"/>
                  </a:cubicBezTo>
                  <a:cubicBezTo>
                    <a:pt x="987744" y="3179108"/>
                    <a:pt x="1021419" y="3125870"/>
                    <a:pt x="1048413" y="3069496"/>
                  </a:cubicBezTo>
                  <a:cubicBezTo>
                    <a:pt x="1086314" y="2990422"/>
                    <a:pt x="1076702" y="2912235"/>
                    <a:pt x="1030962" y="2838069"/>
                  </a:cubicBezTo>
                  <a:cubicBezTo>
                    <a:pt x="1029394" y="2835547"/>
                    <a:pt x="1027486" y="2833229"/>
                    <a:pt x="1025509" y="2830980"/>
                  </a:cubicBezTo>
                  <a:cubicBezTo>
                    <a:pt x="1025032" y="2830435"/>
                    <a:pt x="1023668" y="2830571"/>
                    <a:pt x="1022714" y="2830366"/>
                  </a:cubicBezTo>
                  <a:cubicBezTo>
                    <a:pt x="1025236" y="2848294"/>
                    <a:pt x="1028917" y="2866086"/>
                    <a:pt x="1030076" y="2884014"/>
                  </a:cubicBezTo>
                  <a:cubicBezTo>
                    <a:pt x="1033893" y="2943523"/>
                    <a:pt x="1014125" y="2996966"/>
                    <a:pt x="983109" y="3045978"/>
                  </a:cubicBezTo>
                  <a:cubicBezTo>
                    <a:pt x="955024" y="3090423"/>
                    <a:pt x="923599" y="3132755"/>
                    <a:pt x="893470" y="3175905"/>
                  </a:cubicBezTo>
                  <a:cubicBezTo>
                    <a:pt x="860681" y="3222940"/>
                    <a:pt x="829120" y="3270452"/>
                    <a:pt x="815827" y="3327440"/>
                  </a:cubicBezTo>
                  <a:cubicBezTo>
                    <a:pt x="814260" y="3334120"/>
                    <a:pt x="812692" y="3340800"/>
                    <a:pt x="810374" y="3350753"/>
                  </a:cubicBezTo>
                  <a:cubicBezTo>
                    <a:pt x="765725" y="3317692"/>
                    <a:pt x="723257" y="3286199"/>
                    <a:pt x="680380" y="3254433"/>
                  </a:cubicBezTo>
                  <a:cubicBezTo>
                    <a:pt x="701580" y="3218032"/>
                    <a:pt x="724620" y="3186743"/>
                    <a:pt x="755159" y="3161862"/>
                  </a:cubicBezTo>
                  <a:cubicBezTo>
                    <a:pt x="763475" y="3155045"/>
                    <a:pt x="764566" y="3150819"/>
                    <a:pt x="757613" y="3142639"/>
                  </a:cubicBezTo>
                  <a:cubicBezTo>
                    <a:pt x="743911" y="3126483"/>
                    <a:pt x="731164" y="3109578"/>
                    <a:pt x="715349" y="3089605"/>
                  </a:cubicBezTo>
                  <a:cubicBezTo>
                    <a:pt x="697217" y="3106170"/>
                    <a:pt x="678403" y="3121303"/>
                    <a:pt x="662179" y="3138822"/>
                  </a:cubicBezTo>
                  <a:cubicBezTo>
                    <a:pt x="645751" y="3156545"/>
                    <a:pt x="631845" y="3176586"/>
                    <a:pt x="615008" y="3198059"/>
                  </a:cubicBezTo>
                  <a:cubicBezTo>
                    <a:pt x="580651" y="3165066"/>
                    <a:pt x="546159" y="3131937"/>
                    <a:pt x="511189" y="3098331"/>
                  </a:cubicBezTo>
                  <a:cubicBezTo>
                    <a:pt x="549295" y="3051295"/>
                    <a:pt x="582628" y="3001329"/>
                    <a:pt x="645001" y="2981356"/>
                  </a:cubicBezTo>
                  <a:cubicBezTo>
                    <a:pt x="631231" y="2956407"/>
                    <a:pt x="617939" y="2932344"/>
                    <a:pt x="603896" y="2906986"/>
                  </a:cubicBezTo>
                  <a:cubicBezTo>
                    <a:pt x="535048" y="2925255"/>
                    <a:pt x="494693" y="2978970"/>
                    <a:pt x="448817" y="3031118"/>
                  </a:cubicBezTo>
                  <a:cubicBezTo>
                    <a:pt x="418550" y="2994103"/>
                    <a:pt x="389034" y="2957975"/>
                    <a:pt x="358904" y="2921096"/>
                  </a:cubicBezTo>
                  <a:cubicBezTo>
                    <a:pt x="394351" y="2888785"/>
                    <a:pt x="426799" y="2855861"/>
                    <a:pt x="462995" y="2827776"/>
                  </a:cubicBezTo>
                  <a:cubicBezTo>
                    <a:pt x="481809" y="2813120"/>
                    <a:pt x="507031" y="2806440"/>
                    <a:pt x="529799" y="2797169"/>
                  </a:cubicBezTo>
                  <a:cubicBezTo>
                    <a:pt x="542819" y="2791920"/>
                    <a:pt x="552839" y="2794715"/>
                    <a:pt x="556929" y="2810734"/>
                  </a:cubicBezTo>
                  <a:cubicBezTo>
                    <a:pt x="559792" y="2821845"/>
                    <a:pt x="565587" y="2832275"/>
                    <a:pt x="570086" y="2842977"/>
                  </a:cubicBezTo>
                  <a:cubicBezTo>
                    <a:pt x="584537" y="2877674"/>
                    <a:pt x="601170" y="2887081"/>
                    <a:pt x="638184" y="2884900"/>
                  </a:cubicBezTo>
                  <a:cubicBezTo>
                    <a:pt x="721075" y="2880060"/>
                    <a:pt x="794218" y="2847681"/>
                    <a:pt x="862385" y="2803645"/>
                  </a:cubicBezTo>
                  <a:cubicBezTo>
                    <a:pt x="895378" y="2782309"/>
                    <a:pt x="924895" y="2755587"/>
                    <a:pt x="956251" y="2731661"/>
                  </a:cubicBezTo>
                  <a:cubicBezTo>
                    <a:pt x="965658" y="2724503"/>
                    <a:pt x="965931" y="2718095"/>
                    <a:pt x="960546" y="2707530"/>
                  </a:cubicBezTo>
                  <a:cubicBezTo>
                    <a:pt x="940709" y="2668334"/>
                    <a:pt x="921009" y="2628933"/>
                    <a:pt x="903490" y="2588646"/>
                  </a:cubicBezTo>
                  <a:cubicBezTo>
                    <a:pt x="860818" y="2490759"/>
                    <a:pt x="871452" y="2398256"/>
                    <a:pt x="935051" y="2312230"/>
                  </a:cubicBezTo>
                  <a:cubicBezTo>
                    <a:pt x="975679" y="2257287"/>
                    <a:pt x="1017056" y="2202890"/>
                    <a:pt x="1057002" y="2147402"/>
                  </a:cubicBezTo>
                  <a:cubicBezTo>
                    <a:pt x="1081679" y="2113182"/>
                    <a:pt x="1102265" y="2076304"/>
                    <a:pt x="1110172" y="2034313"/>
                  </a:cubicBezTo>
                  <a:cubicBezTo>
                    <a:pt x="1119307" y="1985710"/>
                    <a:pt x="1114058" y="1937175"/>
                    <a:pt x="1102060" y="1889867"/>
                  </a:cubicBezTo>
                  <a:cubicBezTo>
                    <a:pt x="1087200" y="1831175"/>
                    <a:pt x="1068454" y="1773438"/>
                    <a:pt x="1052912" y="1714883"/>
                  </a:cubicBezTo>
                  <a:cubicBezTo>
                    <a:pt x="1010240" y="1554213"/>
                    <a:pt x="1037779" y="1404041"/>
                    <a:pt x="1123669" y="1263617"/>
                  </a:cubicBezTo>
                  <a:cubicBezTo>
                    <a:pt x="1142893" y="1232192"/>
                    <a:pt x="1165592" y="1202813"/>
                    <a:pt x="1186656" y="1172478"/>
                  </a:cubicBezTo>
                  <a:cubicBezTo>
                    <a:pt x="1188632" y="1169615"/>
                    <a:pt x="1190473" y="1166684"/>
                    <a:pt x="1190609" y="1161094"/>
                  </a:cubicBezTo>
                  <a:cubicBezTo>
                    <a:pt x="1185088" y="1164366"/>
                    <a:pt x="1179089" y="1167025"/>
                    <a:pt x="1174113" y="1170979"/>
                  </a:cubicBezTo>
                  <a:cubicBezTo>
                    <a:pt x="1092176" y="1235260"/>
                    <a:pt x="1036893" y="1318765"/>
                    <a:pt x="999606" y="1414880"/>
                  </a:cubicBezTo>
                  <a:cubicBezTo>
                    <a:pt x="966749" y="1499543"/>
                    <a:pt x="957342" y="1586729"/>
                    <a:pt x="968317" y="1677118"/>
                  </a:cubicBezTo>
                  <a:cubicBezTo>
                    <a:pt x="976701" y="1746376"/>
                    <a:pt x="999197" y="1811816"/>
                    <a:pt x="1015625" y="1878960"/>
                  </a:cubicBezTo>
                  <a:cubicBezTo>
                    <a:pt x="1023396" y="1910726"/>
                    <a:pt x="1028440" y="1943310"/>
                    <a:pt x="1032598" y="1975826"/>
                  </a:cubicBezTo>
                  <a:cubicBezTo>
                    <a:pt x="1038733" y="2024292"/>
                    <a:pt x="1017738" y="2064988"/>
                    <a:pt x="990539" y="2102343"/>
                  </a:cubicBezTo>
                  <a:cubicBezTo>
                    <a:pt x="948208" y="2160422"/>
                    <a:pt x="903558" y="2216864"/>
                    <a:pt x="861227" y="2274942"/>
                  </a:cubicBezTo>
                  <a:cubicBezTo>
                    <a:pt x="829802" y="2318092"/>
                    <a:pt x="803285" y="2364241"/>
                    <a:pt x="794832" y="2418161"/>
                  </a:cubicBezTo>
                  <a:cubicBezTo>
                    <a:pt x="792514" y="2433021"/>
                    <a:pt x="794355" y="2448495"/>
                    <a:pt x="792582" y="2463492"/>
                  </a:cubicBezTo>
                  <a:cubicBezTo>
                    <a:pt x="791764" y="2470581"/>
                    <a:pt x="788765" y="2479239"/>
                    <a:pt x="783653" y="2483601"/>
                  </a:cubicBezTo>
                  <a:cubicBezTo>
                    <a:pt x="701443" y="2554222"/>
                    <a:pt x="606964" y="2594304"/>
                    <a:pt x="497760" y="2596895"/>
                  </a:cubicBezTo>
                  <a:cubicBezTo>
                    <a:pt x="495784" y="2596895"/>
                    <a:pt x="493875" y="2597508"/>
                    <a:pt x="489444" y="2598258"/>
                  </a:cubicBezTo>
                  <a:cubicBezTo>
                    <a:pt x="498647" y="2632750"/>
                    <a:pt x="507645" y="2666629"/>
                    <a:pt x="517597" y="2703985"/>
                  </a:cubicBezTo>
                  <a:cubicBezTo>
                    <a:pt x="422504" y="2707870"/>
                    <a:pt x="371515" y="2784013"/>
                    <a:pt x="301849" y="2835479"/>
                  </a:cubicBezTo>
                  <a:cubicBezTo>
                    <a:pt x="275332" y="2791170"/>
                    <a:pt x="249837" y="2748566"/>
                    <a:pt x="222979" y="2703712"/>
                  </a:cubicBezTo>
                  <a:cubicBezTo>
                    <a:pt x="273968" y="2695260"/>
                    <a:pt x="306211" y="2662130"/>
                    <a:pt x="340227" y="2632137"/>
                  </a:cubicBezTo>
                  <a:cubicBezTo>
                    <a:pt x="380377" y="2596758"/>
                    <a:pt x="425026" y="2573582"/>
                    <a:pt x="480173" y="2576172"/>
                  </a:cubicBezTo>
                  <a:cubicBezTo>
                    <a:pt x="482082" y="2576240"/>
                    <a:pt x="483991" y="2575422"/>
                    <a:pt x="486990" y="2574809"/>
                  </a:cubicBezTo>
                  <a:cubicBezTo>
                    <a:pt x="482423" y="2549655"/>
                    <a:pt x="478128" y="2524842"/>
                    <a:pt x="473493" y="2500166"/>
                  </a:cubicBezTo>
                  <a:cubicBezTo>
                    <a:pt x="467971" y="2471058"/>
                    <a:pt x="467835" y="2470718"/>
                    <a:pt x="437637" y="2472081"/>
                  </a:cubicBezTo>
                  <a:cubicBezTo>
                    <a:pt x="383717" y="2474467"/>
                    <a:pt x="338727" y="2498052"/>
                    <a:pt x="297350" y="2530841"/>
                  </a:cubicBezTo>
                  <a:cubicBezTo>
                    <a:pt x="274786" y="2548769"/>
                    <a:pt x="251132" y="2565333"/>
                    <a:pt x="227956" y="2582443"/>
                  </a:cubicBezTo>
                  <a:cubicBezTo>
                    <a:pt x="225502" y="2584216"/>
                    <a:pt x="222775" y="2585579"/>
                    <a:pt x="220048" y="2586942"/>
                  </a:cubicBezTo>
                  <a:cubicBezTo>
                    <a:pt x="179762" y="2607256"/>
                    <a:pt x="173081" y="2605143"/>
                    <a:pt x="155971" y="2564652"/>
                  </a:cubicBezTo>
                  <a:cubicBezTo>
                    <a:pt x="142747" y="2533499"/>
                    <a:pt x="130341" y="2501938"/>
                    <a:pt x="117662" y="2470581"/>
                  </a:cubicBezTo>
                  <a:cubicBezTo>
                    <a:pt x="116230" y="2466968"/>
                    <a:pt x="115344" y="2463083"/>
                    <a:pt x="113844" y="2457970"/>
                  </a:cubicBezTo>
                  <a:cubicBezTo>
                    <a:pt x="175876" y="2461447"/>
                    <a:pt x="224956" y="2433021"/>
                    <a:pt x="272673" y="2400233"/>
                  </a:cubicBezTo>
                  <a:cubicBezTo>
                    <a:pt x="309688" y="2374739"/>
                    <a:pt x="346021" y="2347335"/>
                    <a:pt x="390534" y="2335747"/>
                  </a:cubicBezTo>
                  <a:cubicBezTo>
                    <a:pt x="411393" y="2330294"/>
                    <a:pt x="432934" y="2327772"/>
                    <a:pt x="456724" y="2323477"/>
                  </a:cubicBezTo>
                  <a:lnTo>
                    <a:pt x="456724" y="2204662"/>
                  </a:lnTo>
                  <a:cubicBezTo>
                    <a:pt x="430889" y="2201663"/>
                    <a:pt x="404781" y="2205412"/>
                    <a:pt x="378809" y="2212092"/>
                  </a:cubicBezTo>
                  <a:cubicBezTo>
                    <a:pt x="331365" y="2224294"/>
                    <a:pt x="290942" y="2250198"/>
                    <a:pt x="250587" y="2276442"/>
                  </a:cubicBezTo>
                  <a:cubicBezTo>
                    <a:pt x="214527" y="2299823"/>
                    <a:pt x="178535" y="2323682"/>
                    <a:pt x="135521" y="2333020"/>
                  </a:cubicBezTo>
                  <a:cubicBezTo>
                    <a:pt x="134022" y="2333361"/>
                    <a:pt x="132658" y="2334043"/>
                    <a:pt x="131159" y="2334384"/>
                  </a:cubicBezTo>
                  <a:cubicBezTo>
                    <a:pt x="76148" y="2345631"/>
                    <a:pt x="72262" y="2343382"/>
                    <a:pt x="58697" y="2289871"/>
                  </a:cubicBezTo>
                  <a:cubicBezTo>
                    <a:pt x="50790" y="2258582"/>
                    <a:pt x="43564" y="2227157"/>
                    <a:pt x="35589" y="2194028"/>
                  </a:cubicBezTo>
                  <a:cubicBezTo>
                    <a:pt x="53721" y="2194028"/>
                    <a:pt x="70149" y="2194369"/>
                    <a:pt x="86509" y="2194028"/>
                  </a:cubicBezTo>
                  <a:cubicBezTo>
                    <a:pt x="143360" y="2192596"/>
                    <a:pt x="193531" y="2170647"/>
                    <a:pt x="241930" y="2143107"/>
                  </a:cubicBezTo>
                  <a:cubicBezTo>
                    <a:pt x="279285" y="2121907"/>
                    <a:pt x="316573" y="2100367"/>
                    <a:pt x="354746" y="2080734"/>
                  </a:cubicBezTo>
                  <a:cubicBezTo>
                    <a:pt x="388898" y="2063147"/>
                    <a:pt x="426049" y="2055717"/>
                    <a:pt x="464359" y="2053263"/>
                  </a:cubicBezTo>
                  <a:cubicBezTo>
                    <a:pt x="468858" y="2052991"/>
                    <a:pt x="476015" y="2048287"/>
                    <a:pt x="476969" y="2044402"/>
                  </a:cubicBezTo>
                  <a:cubicBezTo>
                    <a:pt x="486922" y="2003160"/>
                    <a:pt x="495920" y="1961715"/>
                    <a:pt x="505122" y="1920338"/>
                  </a:cubicBezTo>
                  <a:cubicBezTo>
                    <a:pt x="505395" y="1918974"/>
                    <a:pt x="504850" y="1917407"/>
                    <a:pt x="504168" y="1912362"/>
                  </a:cubicBezTo>
                  <a:cubicBezTo>
                    <a:pt x="483377" y="1913862"/>
                    <a:pt x="462382" y="1914407"/>
                    <a:pt x="441727" y="1917066"/>
                  </a:cubicBezTo>
                  <a:cubicBezTo>
                    <a:pt x="379695" y="1925041"/>
                    <a:pt x="325571" y="1953535"/>
                    <a:pt x="272332" y="1984142"/>
                  </a:cubicBezTo>
                  <a:cubicBezTo>
                    <a:pt x="227206" y="2010114"/>
                    <a:pt x="182420" y="2036903"/>
                    <a:pt x="131295" y="2050332"/>
                  </a:cubicBezTo>
                  <a:cubicBezTo>
                    <a:pt x="92508" y="2060557"/>
                    <a:pt x="53585" y="2060830"/>
                    <a:pt x="12684" y="2055445"/>
                  </a:cubicBezTo>
                  <a:cubicBezTo>
                    <a:pt x="8867" y="2013045"/>
                    <a:pt x="5118" y="1971940"/>
                    <a:pt x="1573" y="1932812"/>
                  </a:cubicBezTo>
                  <a:cubicBezTo>
                    <a:pt x="35861" y="1930699"/>
                    <a:pt x="68581" y="1930426"/>
                    <a:pt x="100824" y="1926336"/>
                  </a:cubicBezTo>
                  <a:cubicBezTo>
                    <a:pt x="159925" y="1918906"/>
                    <a:pt x="212550" y="1892866"/>
                    <a:pt x="265107" y="1866418"/>
                  </a:cubicBezTo>
                  <a:cubicBezTo>
                    <a:pt x="313846" y="1841946"/>
                    <a:pt x="362858" y="1817815"/>
                    <a:pt x="413302" y="1797296"/>
                  </a:cubicBezTo>
                  <a:cubicBezTo>
                    <a:pt x="451952" y="1781550"/>
                    <a:pt x="493670" y="1777664"/>
                    <a:pt x="535661" y="1782027"/>
                  </a:cubicBezTo>
                  <a:cubicBezTo>
                    <a:pt x="543023" y="1782777"/>
                    <a:pt x="549840" y="1784140"/>
                    <a:pt x="554339" y="1774256"/>
                  </a:cubicBezTo>
                  <a:cubicBezTo>
                    <a:pt x="575675" y="1727902"/>
                    <a:pt x="597966" y="1681958"/>
                    <a:pt x="619847" y="1635877"/>
                  </a:cubicBezTo>
                  <a:cubicBezTo>
                    <a:pt x="620870" y="1633696"/>
                    <a:pt x="621211" y="1631174"/>
                    <a:pt x="622029" y="1628038"/>
                  </a:cubicBezTo>
                  <a:cubicBezTo>
                    <a:pt x="552703" y="1613927"/>
                    <a:pt x="484604" y="1617813"/>
                    <a:pt x="420186" y="1643375"/>
                  </a:cubicBezTo>
                  <a:cubicBezTo>
                    <a:pt x="360200" y="1667234"/>
                    <a:pt x="302803" y="1697636"/>
                    <a:pt x="244520" y="1725653"/>
                  </a:cubicBezTo>
                  <a:cubicBezTo>
                    <a:pt x="198303" y="1747875"/>
                    <a:pt x="151336" y="1768121"/>
                    <a:pt x="99802" y="1773165"/>
                  </a:cubicBezTo>
                  <a:cubicBezTo>
                    <a:pt x="70217" y="1776028"/>
                    <a:pt x="40292" y="1774529"/>
                    <a:pt x="10435" y="1775210"/>
                  </a:cubicBezTo>
                  <a:cubicBezTo>
                    <a:pt x="-199" y="1775415"/>
                    <a:pt x="-335" y="1768666"/>
                    <a:pt x="142" y="1761032"/>
                  </a:cubicBezTo>
                  <a:cubicBezTo>
                    <a:pt x="3346" y="1713042"/>
                    <a:pt x="4913" y="1664916"/>
                    <a:pt x="10026" y="1617199"/>
                  </a:cubicBezTo>
                  <a:cubicBezTo>
                    <a:pt x="20660" y="1518085"/>
                    <a:pt x="39610" y="1420401"/>
                    <a:pt x="66809" y="1324422"/>
                  </a:cubicBezTo>
                  <a:cubicBezTo>
                    <a:pt x="94962" y="1225035"/>
                    <a:pt x="130204" y="1128238"/>
                    <a:pt x="175126" y="1035258"/>
                  </a:cubicBezTo>
                  <a:cubicBezTo>
                    <a:pt x="327002" y="720804"/>
                    <a:pt x="550726" y="469882"/>
                    <a:pt x="845139" y="282354"/>
                  </a:cubicBezTo>
                  <a:cubicBezTo>
                    <a:pt x="1028849" y="165380"/>
                    <a:pt x="1227828" y="85216"/>
                    <a:pt x="1440918" y="40089"/>
                  </a:cubicBezTo>
                  <a:cubicBezTo>
                    <a:pt x="1577389" y="10641"/>
                    <a:pt x="1715836" y="-2583"/>
                    <a:pt x="1855578" y="416"/>
                  </a:cubicBezTo>
                  <a:cubicBezTo>
                    <a:pt x="1987072" y="3279"/>
                    <a:pt x="2116862" y="19503"/>
                    <a:pt x="2245016" y="50246"/>
                  </a:cubicBezTo>
                  <a:cubicBezTo>
                    <a:pt x="2350061" y="75400"/>
                    <a:pt x="2452107" y="109006"/>
                    <a:pt x="2550949" y="152224"/>
                  </a:cubicBezTo>
                  <a:cubicBezTo>
                    <a:pt x="2637180" y="189920"/>
                    <a:pt x="2719799" y="234365"/>
                    <a:pt x="2799418" y="284740"/>
                  </a:cubicBezTo>
                  <a:cubicBezTo>
                    <a:pt x="2875219" y="332730"/>
                    <a:pt x="2946794" y="386241"/>
                    <a:pt x="3014621" y="444660"/>
                  </a:cubicBezTo>
                  <a:cubicBezTo>
                    <a:pt x="3077198" y="498580"/>
                    <a:pt x="3135412" y="556863"/>
                    <a:pt x="3190082" y="618963"/>
                  </a:cubicBezTo>
                  <a:cubicBezTo>
                    <a:pt x="3309920" y="754888"/>
                    <a:pt x="3407262" y="905264"/>
                    <a:pt x="3482450" y="1070023"/>
                  </a:cubicBezTo>
                  <a:cubicBezTo>
                    <a:pt x="3549118" y="1216105"/>
                    <a:pt x="3596289" y="1368254"/>
                    <a:pt x="3621306" y="1527014"/>
                  </a:cubicBezTo>
                  <a:cubicBezTo>
                    <a:pt x="3628464" y="1572414"/>
                    <a:pt x="3633508" y="1618154"/>
                    <a:pt x="3639711" y="1663689"/>
                  </a:cubicBezTo>
                  <a:cubicBezTo>
                    <a:pt x="3640257" y="1667575"/>
                    <a:pt x="3641756" y="1671324"/>
                    <a:pt x="3642779" y="1675141"/>
                  </a:cubicBezTo>
                  <a:lnTo>
                    <a:pt x="3642779" y="1775483"/>
                  </a:lnTo>
                  <a:cubicBezTo>
                    <a:pt x="3555661" y="1786867"/>
                    <a:pt x="3475497" y="1764713"/>
                    <a:pt x="3398741" y="1725517"/>
                  </a:cubicBezTo>
                  <a:cubicBezTo>
                    <a:pt x="3362749" y="1707111"/>
                    <a:pt x="3326757" y="1688638"/>
                    <a:pt x="3290560" y="1670574"/>
                  </a:cubicBezTo>
                  <a:cubicBezTo>
                    <a:pt x="3220008" y="1635264"/>
                    <a:pt x="3145774" y="1617063"/>
                    <a:pt x="3066496" y="1623130"/>
                  </a:cubicBezTo>
                  <a:cubicBezTo>
                    <a:pt x="3052180" y="1624221"/>
                    <a:pt x="3037934" y="1626675"/>
                    <a:pt x="3024028" y="1628447"/>
                  </a:cubicBezTo>
                  <a:cubicBezTo>
                    <a:pt x="3047272" y="1679163"/>
                    <a:pt x="3069359" y="1727834"/>
                    <a:pt x="3092126" y="1776233"/>
                  </a:cubicBezTo>
                  <a:cubicBezTo>
                    <a:pt x="3093762" y="1779641"/>
                    <a:pt x="3100647" y="1782027"/>
                    <a:pt x="3105214" y="1782300"/>
                  </a:cubicBezTo>
                  <a:cubicBezTo>
                    <a:pt x="3134390" y="1784276"/>
                    <a:pt x="3163974" y="1783254"/>
                    <a:pt x="3192809" y="1787549"/>
                  </a:cubicBezTo>
                  <a:cubicBezTo>
                    <a:pt x="3247138" y="1795592"/>
                    <a:pt x="3294787" y="1821973"/>
                    <a:pt x="3343117" y="1846445"/>
                  </a:cubicBezTo>
                  <a:cubicBezTo>
                    <a:pt x="3385449" y="1867849"/>
                    <a:pt x="3427644" y="1890071"/>
                    <a:pt x="3471680" y="1907590"/>
                  </a:cubicBezTo>
                  <a:cubicBezTo>
                    <a:pt x="3526350" y="1929336"/>
                    <a:pt x="3583883" y="1937311"/>
                    <a:pt x="3642779" y="1927632"/>
                  </a:cubicBezTo>
                  <a:lnTo>
                    <a:pt x="3642779" y="1982370"/>
                  </a:lnTo>
                  <a:close/>
                  <a:moveTo>
                    <a:pt x="973361" y="710443"/>
                  </a:moveTo>
                  <a:cubicBezTo>
                    <a:pt x="973361" y="713919"/>
                    <a:pt x="973020" y="715146"/>
                    <a:pt x="973361" y="715828"/>
                  </a:cubicBezTo>
                  <a:cubicBezTo>
                    <a:pt x="974929" y="718418"/>
                    <a:pt x="976633" y="720872"/>
                    <a:pt x="978474" y="723258"/>
                  </a:cubicBezTo>
                  <a:cubicBezTo>
                    <a:pt x="1053321" y="821214"/>
                    <a:pt x="1119170" y="924760"/>
                    <a:pt x="1171318" y="1036690"/>
                  </a:cubicBezTo>
                  <a:cubicBezTo>
                    <a:pt x="1184133" y="1064229"/>
                    <a:pt x="1191904" y="1066615"/>
                    <a:pt x="1219853" y="1052913"/>
                  </a:cubicBezTo>
                  <a:cubicBezTo>
                    <a:pt x="1385567" y="971931"/>
                    <a:pt x="1560756" y="926259"/>
                    <a:pt x="1744738" y="916102"/>
                  </a:cubicBezTo>
                  <a:cubicBezTo>
                    <a:pt x="1835809" y="911058"/>
                    <a:pt x="1926949" y="914398"/>
                    <a:pt x="2017406" y="928032"/>
                  </a:cubicBezTo>
                  <a:cubicBezTo>
                    <a:pt x="2158512" y="949231"/>
                    <a:pt x="2293346" y="990541"/>
                    <a:pt x="2421364" y="1053936"/>
                  </a:cubicBezTo>
                  <a:cubicBezTo>
                    <a:pt x="2446790" y="1066547"/>
                    <a:pt x="2455447" y="1063343"/>
                    <a:pt x="2467308" y="1037167"/>
                  </a:cubicBezTo>
                  <a:cubicBezTo>
                    <a:pt x="2514821" y="932599"/>
                    <a:pt x="2575762" y="836143"/>
                    <a:pt x="2644678" y="744526"/>
                  </a:cubicBezTo>
                  <a:cubicBezTo>
                    <a:pt x="2652381" y="734301"/>
                    <a:pt x="2659812" y="723803"/>
                    <a:pt x="2669832" y="710034"/>
                  </a:cubicBezTo>
                  <a:cubicBezTo>
                    <a:pt x="2541201" y="719304"/>
                    <a:pt x="2428453" y="758500"/>
                    <a:pt x="2326475" y="837574"/>
                  </a:cubicBezTo>
                  <a:cubicBezTo>
                    <a:pt x="2365126" y="728030"/>
                    <a:pt x="2416728" y="630074"/>
                    <a:pt x="2480601" y="534572"/>
                  </a:cubicBezTo>
                  <a:cubicBezTo>
                    <a:pt x="2318227" y="552159"/>
                    <a:pt x="2176372" y="605397"/>
                    <a:pt x="2060351" y="720191"/>
                  </a:cubicBezTo>
                  <a:cubicBezTo>
                    <a:pt x="2034243" y="651819"/>
                    <a:pt x="2009090" y="585629"/>
                    <a:pt x="1983527" y="519643"/>
                  </a:cubicBezTo>
                  <a:cubicBezTo>
                    <a:pt x="1979983" y="510577"/>
                    <a:pt x="1985163" y="506692"/>
                    <a:pt x="1990480" y="501988"/>
                  </a:cubicBezTo>
                  <a:cubicBezTo>
                    <a:pt x="2040515" y="457748"/>
                    <a:pt x="2090617" y="413508"/>
                    <a:pt x="2140584" y="369199"/>
                  </a:cubicBezTo>
                  <a:cubicBezTo>
                    <a:pt x="2146651" y="363814"/>
                    <a:pt x="2152172" y="357679"/>
                    <a:pt x="2160012" y="349840"/>
                  </a:cubicBezTo>
                  <a:cubicBezTo>
                    <a:pt x="2152854" y="348749"/>
                    <a:pt x="2149923" y="348135"/>
                    <a:pt x="2146924" y="347931"/>
                  </a:cubicBezTo>
                  <a:cubicBezTo>
                    <a:pt x="2075757" y="342887"/>
                    <a:pt x="2004659" y="337638"/>
                    <a:pt x="1933493" y="333139"/>
                  </a:cubicBezTo>
                  <a:cubicBezTo>
                    <a:pt x="1922518" y="332457"/>
                    <a:pt x="1916724" y="329321"/>
                    <a:pt x="1912225" y="318619"/>
                  </a:cubicBezTo>
                  <a:cubicBezTo>
                    <a:pt x="1884344" y="252361"/>
                    <a:pt x="1855646" y="186512"/>
                    <a:pt x="1827152" y="120594"/>
                  </a:cubicBezTo>
                  <a:cubicBezTo>
                    <a:pt x="1825312" y="116368"/>
                    <a:pt x="1822790" y="112414"/>
                    <a:pt x="1819518" y="106279"/>
                  </a:cubicBezTo>
                  <a:cubicBezTo>
                    <a:pt x="1816654" y="111528"/>
                    <a:pt x="1814950" y="113982"/>
                    <a:pt x="1813792" y="116709"/>
                  </a:cubicBezTo>
                  <a:cubicBezTo>
                    <a:pt x="1784616" y="184058"/>
                    <a:pt x="1755168" y="251202"/>
                    <a:pt x="1726742" y="318824"/>
                  </a:cubicBezTo>
                  <a:cubicBezTo>
                    <a:pt x="1722175" y="329730"/>
                    <a:pt x="1715972" y="332662"/>
                    <a:pt x="1705338" y="333275"/>
                  </a:cubicBezTo>
                  <a:cubicBezTo>
                    <a:pt x="1641193" y="337092"/>
                    <a:pt x="1577116" y="341387"/>
                    <a:pt x="1512971" y="345750"/>
                  </a:cubicBezTo>
                  <a:cubicBezTo>
                    <a:pt x="1502814" y="346431"/>
                    <a:pt x="1492725" y="348272"/>
                    <a:pt x="1478615" y="350112"/>
                  </a:cubicBezTo>
                  <a:cubicBezTo>
                    <a:pt x="1488022" y="359042"/>
                    <a:pt x="1494361" y="365314"/>
                    <a:pt x="1501042" y="371244"/>
                  </a:cubicBezTo>
                  <a:cubicBezTo>
                    <a:pt x="1550599" y="415280"/>
                    <a:pt x="1600156" y="459316"/>
                    <a:pt x="1650055" y="503011"/>
                  </a:cubicBezTo>
                  <a:cubicBezTo>
                    <a:pt x="1657076" y="509146"/>
                    <a:pt x="1657348" y="514463"/>
                    <a:pt x="1654213" y="522643"/>
                  </a:cubicBezTo>
                  <a:cubicBezTo>
                    <a:pt x="1635671" y="570223"/>
                    <a:pt x="1617675" y="618077"/>
                    <a:pt x="1599475" y="665793"/>
                  </a:cubicBezTo>
                  <a:cubicBezTo>
                    <a:pt x="1592726" y="683449"/>
                    <a:pt x="1585909" y="701104"/>
                    <a:pt x="1578616" y="720191"/>
                  </a:cubicBezTo>
                  <a:cubicBezTo>
                    <a:pt x="1461437" y="605806"/>
                    <a:pt x="1320195" y="552159"/>
                    <a:pt x="1158366" y="534368"/>
                  </a:cubicBezTo>
                  <a:cubicBezTo>
                    <a:pt x="1222375" y="630278"/>
                    <a:pt x="1273500" y="728439"/>
                    <a:pt x="1312492" y="837301"/>
                  </a:cubicBezTo>
                  <a:cubicBezTo>
                    <a:pt x="1210650" y="758500"/>
                    <a:pt x="1097970" y="719236"/>
                    <a:pt x="973361" y="710238"/>
                  </a:cubicBezTo>
                  <a:close/>
                  <a:moveTo>
                    <a:pt x="1748556" y="1447600"/>
                  </a:moveTo>
                  <a:cubicBezTo>
                    <a:pt x="1736286" y="1440715"/>
                    <a:pt x="1725243" y="1434921"/>
                    <a:pt x="1714472" y="1428513"/>
                  </a:cubicBezTo>
                  <a:cubicBezTo>
                    <a:pt x="1699407" y="1419515"/>
                    <a:pt x="1683661" y="1416243"/>
                    <a:pt x="1666551" y="1421697"/>
                  </a:cubicBezTo>
                  <a:cubicBezTo>
                    <a:pt x="1657417" y="1424628"/>
                    <a:pt x="1648282" y="1427491"/>
                    <a:pt x="1639080" y="1430217"/>
                  </a:cubicBezTo>
                  <a:cubicBezTo>
                    <a:pt x="1601997" y="1441329"/>
                    <a:pt x="1566346" y="1442760"/>
                    <a:pt x="1530422" y="1423196"/>
                  </a:cubicBezTo>
                  <a:cubicBezTo>
                    <a:pt x="1495043" y="1403905"/>
                    <a:pt x="1467026" y="1421219"/>
                    <a:pt x="1461437" y="1461710"/>
                  </a:cubicBezTo>
                  <a:cubicBezTo>
                    <a:pt x="1455506" y="1504656"/>
                    <a:pt x="1460210" y="1546783"/>
                    <a:pt x="1471116" y="1588024"/>
                  </a:cubicBezTo>
                  <a:cubicBezTo>
                    <a:pt x="1505132" y="1716382"/>
                    <a:pt x="1570981" y="1824222"/>
                    <a:pt x="1680866" y="1901864"/>
                  </a:cubicBezTo>
                  <a:cubicBezTo>
                    <a:pt x="1723948" y="1932335"/>
                    <a:pt x="1772278" y="1950127"/>
                    <a:pt x="1825721" y="1948491"/>
                  </a:cubicBezTo>
                  <a:cubicBezTo>
                    <a:pt x="1874528" y="1946991"/>
                    <a:pt x="1918564" y="1929336"/>
                    <a:pt x="1958510" y="1901864"/>
                  </a:cubicBezTo>
                  <a:cubicBezTo>
                    <a:pt x="2041196" y="1845150"/>
                    <a:pt x="2097434" y="1767030"/>
                    <a:pt x="2137925" y="1676709"/>
                  </a:cubicBezTo>
                  <a:cubicBezTo>
                    <a:pt x="2164238" y="1618017"/>
                    <a:pt x="2181143" y="1556531"/>
                    <a:pt x="2179507" y="1491772"/>
                  </a:cubicBezTo>
                  <a:cubicBezTo>
                    <a:pt x="2179030" y="1471799"/>
                    <a:pt x="2173304" y="1450667"/>
                    <a:pt x="2164647" y="1432603"/>
                  </a:cubicBezTo>
                  <a:cubicBezTo>
                    <a:pt x="2154967" y="1412289"/>
                    <a:pt x="2137653" y="1411608"/>
                    <a:pt x="2118021" y="1421492"/>
                  </a:cubicBezTo>
                  <a:cubicBezTo>
                    <a:pt x="2103024" y="1429059"/>
                    <a:pt x="2086255" y="1434376"/>
                    <a:pt x="2069758" y="1437239"/>
                  </a:cubicBezTo>
                  <a:cubicBezTo>
                    <a:pt x="2041605" y="1442147"/>
                    <a:pt x="2014816" y="1434989"/>
                    <a:pt x="1988504" y="1424287"/>
                  </a:cubicBezTo>
                  <a:cubicBezTo>
                    <a:pt x="1960555" y="1412903"/>
                    <a:pt x="1948421" y="1418425"/>
                    <a:pt x="1934788" y="1445487"/>
                  </a:cubicBezTo>
                  <a:cubicBezTo>
                    <a:pt x="1929812" y="1455439"/>
                    <a:pt x="1925790" y="1466073"/>
                    <a:pt x="1919314" y="1474935"/>
                  </a:cubicBezTo>
                  <a:cubicBezTo>
                    <a:pt x="1913588" y="1482774"/>
                    <a:pt x="1904999" y="1488637"/>
                    <a:pt x="1895796" y="1497021"/>
                  </a:cubicBezTo>
                  <a:cubicBezTo>
                    <a:pt x="1892320" y="1487818"/>
                    <a:pt x="1890275" y="1483251"/>
                    <a:pt x="1888775" y="1478548"/>
                  </a:cubicBezTo>
                  <a:cubicBezTo>
                    <a:pt x="1872688" y="1427423"/>
                    <a:pt x="1871870" y="1375752"/>
                    <a:pt x="1878073" y="1322582"/>
                  </a:cubicBezTo>
                  <a:cubicBezTo>
                    <a:pt x="1882981" y="1281136"/>
                    <a:pt x="1903636" y="1254824"/>
                    <a:pt x="1938810" y="1236964"/>
                  </a:cubicBezTo>
                  <a:cubicBezTo>
                    <a:pt x="2006772" y="1202472"/>
                    <a:pt x="2076575" y="1201926"/>
                    <a:pt x="2147810" y="1225853"/>
                  </a:cubicBezTo>
                  <a:cubicBezTo>
                    <a:pt x="2154354" y="1228034"/>
                    <a:pt x="2161784" y="1227625"/>
                    <a:pt x="2168873" y="1228375"/>
                  </a:cubicBezTo>
                  <a:cubicBezTo>
                    <a:pt x="2168396" y="1221149"/>
                    <a:pt x="2169419" y="1213447"/>
                    <a:pt x="2167169" y="1206834"/>
                  </a:cubicBezTo>
                  <a:cubicBezTo>
                    <a:pt x="2149582" y="1154959"/>
                    <a:pt x="2117475" y="1112832"/>
                    <a:pt x="2074735" y="1079499"/>
                  </a:cubicBezTo>
                  <a:cubicBezTo>
                    <a:pt x="1989390" y="1012968"/>
                    <a:pt x="1891706" y="987814"/>
                    <a:pt x="1784480" y="995858"/>
                  </a:cubicBezTo>
                  <a:cubicBezTo>
                    <a:pt x="1709087" y="1001516"/>
                    <a:pt x="1639966" y="1024488"/>
                    <a:pt x="1578343" y="1068524"/>
                  </a:cubicBezTo>
                  <a:cubicBezTo>
                    <a:pt x="1527218" y="1105061"/>
                    <a:pt x="1488567" y="1151483"/>
                    <a:pt x="1469685" y="1212492"/>
                  </a:cubicBezTo>
                  <a:cubicBezTo>
                    <a:pt x="1468390" y="1216787"/>
                    <a:pt x="1468253" y="1223808"/>
                    <a:pt x="1470707" y="1226194"/>
                  </a:cubicBezTo>
                  <a:cubicBezTo>
                    <a:pt x="1473229" y="1228648"/>
                    <a:pt x="1479978" y="1227966"/>
                    <a:pt x="1484545" y="1226944"/>
                  </a:cubicBezTo>
                  <a:cubicBezTo>
                    <a:pt x="1510108" y="1221286"/>
                    <a:pt x="1535193" y="1212833"/>
                    <a:pt x="1561029" y="1209629"/>
                  </a:cubicBezTo>
                  <a:cubicBezTo>
                    <a:pt x="1615971" y="1202949"/>
                    <a:pt x="1667573" y="1214674"/>
                    <a:pt x="1714609" y="1244599"/>
                  </a:cubicBezTo>
                  <a:cubicBezTo>
                    <a:pt x="1738672" y="1259936"/>
                    <a:pt x="1756872" y="1278819"/>
                    <a:pt x="1757417" y="1309835"/>
                  </a:cubicBezTo>
                  <a:cubicBezTo>
                    <a:pt x="1757622" y="1320878"/>
                    <a:pt x="1760621" y="1331853"/>
                    <a:pt x="1761439" y="1342896"/>
                  </a:cubicBezTo>
                  <a:cubicBezTo>
                    <a:pt x="1764030" y="1377865"/>
                    <a:pt x="1761644" y="1412289"/>
                    <a:pt x="1748488" y="1447532"/>
                  </a:cubicBezTo>
                  <a:close/>
                  <a:moveTo>
                    <a:pt x="598102" y="1204585"/>
                  </a:moveTo>
                  <a:cubicBezTo>
                    <a:pt x="596057" y="1194837"/>
                    <a:pt x="594694" y="1187475"/>
                    <a:pt x="592990" y="1180181"/>
                  </a:cubicBezTo>
                  <a:cubicBezTo>
                    <a:pt x="565791" y="1065388"/>
                    <a:pt x="508735" y="969477"/>
                    <a:pt x="412961" y="898652"/>
                  </a:cubicBezTo>
                  <a:cubicBezTo>
                    <a:pt x="405803" y="893335"/>
                    <a:pt x="393806" y="889722"/>
                    <a:pt x="385626" y="891767"/>
                  </a:cubicBezTo>
                  <a:cubicBezTo>
                    <a:pt x="374106" y="894630"/>
                    <a:pt x="375469" y="907445"/>
                    <a:pt x="375810" y="917738"/>
                  </a:cubicBezTo>
                  <a:cubicBezTo>
                    <a:pt x="377718" y="972476"/>
                    <a:pt x="375946" y="1026942"/>
                    <a:pt x="365244" y="1080998"/>
                  </a:cubicBezTo>
                  <a:cubicBezTo>
                    <a:pt x="342885" y="1194019"/>
                    <a:pt x="294282" y="1295588"/>
                    <a:pt x="231637" y="1391090"/>
                  </a:cubicBezTo>
                  <a:cubicBezTo>
                    <a:pt x="178398" y="1472208"/>
                    <a:pt x="116026" y="1546101"/>
                    <a:pt x="50517" y="1617472"/>
                  </a:cubicBezTo>
                  <a:cubicBezTo>
                    <a:pt x="47041" y="1621289"/>
                    <a:pt x="44109" y="1625516"/>
                    <a:pt x="40906" y="1629606"/>
                  </a:cubicBezTo>
                  <a:cubicBezTo>
                    <a:pt x="41451" y="1631242"/>
                    <a:pt x="41928" y="1632946"/>
                    <a:pt x="42473" y="1634582"/>
                  </a:cubicBezTo>
                  <a:cubicBezTo>
                    <a:pt x="66400" y="1636559"/>
                    <a:pt x="90395" y="1640308"/>
                    <a:pt x="114321" y="1640103"/>
                  </a:cubicBezTo>
                  <a:cubicBezTo>
                    <a:pt x="163197" y="1639694"/>
                    <a:pt x="208596" y="1623471"/>
                    <a:pt x="252837" y="1604384"/>
                  </a:cubicBezTo>
                  <a:cubicBezTo>
                    <a:pt x="306211" y="1581343"/>
                    <a:pt x="358700" y="1556122"/>
                    <a:pt x="412688" y="1534581"/>
                  </a:cubicBezTo>
                  <a:cubicBezTo>
                    <a:pt x="496124" y="1501247"/>
                    <a:pt x="581606" y="1490136"/>
                    <a:pt x="668996" y="1519584"/>
                  </a:cubicBezTo>
                  <a:cubicBezTo>
                    <a:pt x="678744" y="1522856"/>
                    <a:pt x="682561" y="1517744"/>
                    <a:pt x="687196" y="1511132"/>
                  </a:cubicBezTo>
                  <a:cubicBezTo>
                    <a:pt x="769065" y="1395384"/>
                    <a:pt x="864635" y="1292657"/>
                    <a:pt x="976565" y="1205335"/>
                  </a:cubicBezTo>
                  <a:cubicBezTo>
                    <a:pt x="995515" y="1190542"/>
                    <a:pt x="1014875" y="1176227"/>
                    <a:pt x="1037234" y="1159254"/>
                  </a:cubicBezTo>
                  <a:cubicBezTo>
                    <a:pt x="881268" y="1101585"/>
                    <a:pt x="737435" y="1122307"/>
                    <a:pt x="598102" y="1204721"/>
                  </a:cubicBezTo>
                  <a:close/>
                  <a:moveTo>
                    <a:pt x="3599834" y="1630833"/>
                  </a:moveTo>
                  <a:cubicBezTo>
                    <a:pt x="3594721" y="1624698"/>
                    <a:pt x="3591722" y="1620812"/>
                    <a:pt x="3588450" y="1617267"/>
                  </a:cubicBezTo>
                  <a:cubicBezTo>
                    <a:pt x="3528054" y="1551623"/>
                    <a:pt x="3470385" y="1483728"/>
                    <a:pt x="3420009" y="1409904"/>
                  </a:cubicBezTo>
                  <a:cubicBezTo>
                    <a:pt x="3317555" y="1259664"/>
                    <a:pt x="3251364" y="1097972"/>
                    <a:pt x="3262953" y="911603"/>
                  </a:cubicBezTo>
                  <a:cubicBezTo>
                    <a:pt x="3263362" y="904855"/>
                    <a:pt x="3258863" y="893607"/>
                    <a:pt x="3253955" y="891835"/>
                  </a:cubicBezTo>
                  <a:cubicBezTo>
                    <a:pt x="3247547" y="889449"/>
                    <a:pt x="3236708" y="892039"/>
                    <a:pt x="3230642" y="896470"/>
                  </a:cubicBezTo>
                  <a:cubicBezTo>
                    <a:pt x="3150886" y="953867"/>
                    <a:pt x="3096693" y="1030555"/>
                    <a:pt x="3064451" y="1122785"/>
                  </a:cubicBezTo>
                  <a:cubicBezTo>
                    <a:pt x="3055248" y="1149165"/>
                    <a:pt x="3048909" y="1176500"/>
                    <a:pt x="3041001" y="1204244"/>
                  </a:cubicBezTo>
                  <a:cubicBezTo>
                    <a:pt x="2975902" y="1163957"/>
                    <a:pt x="2905894" y="1138054"/>
                    <a:pt x="2829684" y="1129874"/>
                  </a:cubicBezTo>
                  <a:cubicBezTo>
                    <a:pt x="2753269" y="1121694"/>
                    <a:pt x="2679307" y="1129874"/>
                    <a:pt x="2604869" y="1159799"/>
                  </a:cubicBezTo>
                  <a:cubicBezTo>
                    <a:pt x="2611004" y="1164775"/>
                    <a:pt x="2614412" y="1167502"/>
                    <a:pt x="2617821" y="1170297"/>
                  </a:cubicBezTo>
                  <a:cubicBezTo>
                    <a:pt x="2665742" y="1210038"/>
                    <a:pt x="2715368" y="1247871"/>
                    <a:pt x="2761176" y="1289862"/>
                  </a:cubicBezTo>
                  <a:cubicBezTo>
                    <a:pt x="2832683" y="1355438"/>
                    <a:pt x="2894511" y="1429877"/>
                    <a:pt x="2949385" y="1509973"/>
                  </a:cubicBezTo>
                  <a:cubicBezTo>
                    <a:pt x="2955793" y="1519312"/>
                    <a:pt x="2961587" y="1520948"/>
                    <a:pt x="2973039" y="1518289"/>
                  </a:cubicBezTo>
                  <a:cubicBezTo>
                    <a:pt x="3001941" y="1511609"/>
                    <a:pt x="3031321" y="1504724"/>
                    <a:pt x="3060838" y="1503156"/>
                  </a:cubicBezTo>
                  <a:cubicBezTo>
                    <a:pt x="3135412" y="1499202"/>
                    <a:pt x="3204193" y="1523129"/>
                    <a:pt x="3271542" y="1552100"/>
                  </a:cubicBezTo>
                  <a:cubicBezTo>
                    <a:pt x="3329075" y="1576845"/>
                    <a:pt x="3386199" y="1602748"/>
                    <a:pt x="3444754" y="1624766"/>
                  </a:cubicBezTo>
                  <a:cubicBezTo>
                    <a:pt x="3493834" y="1643239"/>
                    <a:pt x="3545164" y="1645557"/>
                    <a:pt x="3599902" y="1630901"/>
                  </a:cubicBezTo>
                  <a:close/>
                  <a:moveTo>
                    <a:pt x="1684274" y="1346986"/>
                  </a:moveTo>
                  <a:cubicBezTo>
                    <a:pt x="1686456" y="1330353"/>
                    <a:pt x="1678889" y="1318969"/>
                    <a:pt x="1668800" y="1309766"/>
                  </a:cubicBezTo>
                  <a:cubicBezTo>
                    <a:pt x="1621765" y="1266889"/>
                    <a:pt x="1566482" y="1255369"/>
                    <a:pt x="1505404" y="1269343"/>
                  </a:cubicBezTo>
                  <a:cubicBezTo>
                    <a:pt x="1488158" y="1273297"/>
                    <a:pt x="1473638" y="1283113"/>
                    <a:pt x="1472071" y="1302200"/>
                  </a:cubicBezTo>
                  <a:cubicBezTo>
                    <a:pt x="1470366" y="1322854"/>
                    <a:pt x="1479024" y="1340237"/>
                    <a:pt x="1495247" y="1353189"/>
                  </a:cubicBezTo>
                  <a:cubicBezTo>
                    <a:pt x="1557007" y="1310653"/>
                    <a:pt x="1619788" y="1329603"/>
                    <a:pt x="1684274" y="1346986"/>
                  </a:cubicBezTo>
                  <a:close/>
                  <a:moveTo>
                    <a:pt x="2144879" y="1353802"/>
                  </a:moveTo>
                  <a:cubicBezTo>
                    <a:pt x="2161170" y="1339624"/>
                    <a:pt x="2170509" y="1323195"/>
                    <a:pt x="2166828" y="1302541"/>
                  </a:cubicBezTo>
                  <a:cubicBezTo>
                    <a:pt x="2163147" y="1281750"/>
                    <a:pt x="2146651" y="1272070"/>
                    <a:pt x="2127837" y="1269752"/>
                  </a:cubicBezTo>
                  <a:cubicBezTo>
                    <a:pt x="2105546" y="1267026"/>
                    <a:pt x="2082574" y="1265526"/>
                    <a:pt x="2060351" y="1267639"/>
                  </a:cubicBezTo>
                  <a:cubicBezTo>
                    <a:pt x="2029199" y="1270639"/>
                    <a:pt x="2000910" y="1282841"/>
                    <a:pt x="1977597" y="1304790"/>
                  </a:cubicBezTo>
                  <a:cubicBezTo>
                    <a:pt x="1970030" y="1311880"/>
                    <a:pt x="1964441" y="1334443"/>
                    <a:pt x="1971053" y="1339010"/>
                  </a:cubicBezTo>
                  <a:cubicBezTo>
                    <a:pt x="1976165" y="1342487"/>
                    <a:pt x="1986049" y="1339215"/>
                    <a:pt x="1993821" y="1338533"/>
                  </a:cubicBezTo>
                  <a:cubicBezTo>
                    <a:pt x="1996820" y="1338260"/>
                    <a:pt x="1999683" y="1337033"/>
                    <a:pt x="2002614" y="1336352"/>
                  </a:cubicBezTo>
                  <a:cubicBezTo>
                    <a:pt x="2051490" y="1325649"/>
                    <a:pt x="2100297" y="1316106"/>
                    <a:pt x="2144879" y="1353734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53"/>
            <p:cNvSpPr/>
            <p:nvPr/>
          </p:nvSpPr>
          <p:spPr>
            <a:xfrm>
              <a:off x="5906632" y="2255185"/>
              <a:ext cx="381053" cy="148379"/>
            </a:xfrm>
            <a:custGeom>
              <a:avLst/>
              <a:gdLst/>
              <a:ahLst/>
              <a:cxnLst/>
              <a:rect l="l" t="t" r="r" b="b"/>
              <a:pathLst>
                <a:path w="381053" h="148379" extrusionOk="0">
                  <a:moveTo>
                    <a:pt x="379622" y="148380"/>
                  </a:moveTo>
                  <a:cubicBezTo>
                    <a:pt x="253649" y="127248"/>
                    <a:pt x="127677" y="127384"/>
                    <a:pt x="1704" y="148380"/>
                  </a:cubicBezTo>
                  <a:cubicBezTo>
                    <a:pt x="1159" y="146812"/>
                    <a:pt x="545" y="145244"/>
                    <a:pt x="0" y="143608"/>
                  </a:cubicBezTo>
                  <a:cubicBezTo>
                    <a:pt x="2795" y="140745"/>
                    <a:pt x="5317" y="137473"/>
                    <a:pt x="8453" y="135019"/>
                  </a:cubicBezTo>
                  <a:cubicBezTo>
                    <a:pt x="66122" y="90642"/>
                    <a:pt x="123791" y="46265"/>
                    <a:pt x="181938" y="2434"/>
                  </a:cubicBezTo>
                  <a:cubicBezTo>
                    <a:pt x="185687" y="-429"/>
                    <a:pt x="195026" y="-906"/>
                    <a:pt x="198570" y="1752"/>
                  </a:cubicBezTo>
                  <a:cubicBezTo>
                    <a:pt x="257944" y="46402"/>
                    <a:pt x="316840" y="91733"/>
                    <a:pt x="375736" y="136996"/>
                  </a:cubicBezTo>
                  <a:cubicBezTo>
                    <a:pt x="377918" y="138632"/>
                    <a:pt x="379281" y="141290"/>
                    <a:pt x="381053" y="143471"/>
                  </a:cubicBezTo>
                  <a:cubicBezTo>
                    <a:pt x="380576" y="145107"/>
                    <a:pt x="380099" y="146744"/>
                    <a:pt x="379622" y="14838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53"/>
            <p:cNvSpPr/>
            <p:nvPr/>
          </p:nvSpPr>
          <p:spPr>
            <a:xfrm>
              <a:off x="5951145" y="3313559"/>
              <a:ext cx="286028" cy="105097"/>
            </a:xfrm>
            <a:custGeom>
              <a:avLst/>
              <a:gdLst/>
              <a:ahLst/>
              <a:cxnLst/>
              <a:rect l="l" t="t" r="r" b="b"/>
              <a:pathLst>
                <a:path w="286028" h="105097" extrusionOk="0">
                  <a:moveTo>
                    <a:pt x="286028" y="8760"/>
                  </a:moveTo>
                  <a:cubicBezTo>
                    <a:pt x="265101" y="30641"/>
                    <a:pt x="245333" y="53886"/>
                    <a:pt x="222974" y="74200"/>
                  </a:cubicBezTo>
                  <a:cubicBezTo>
                    <a:pt x="177370" y="115577"/>
                    <a:pt x="111453" y="115373"/>
                    <a:pt x="65713" y="73723"/>
                  </a:cubicBezTo>
                  <a:cubicBezTo>
                    <a:pt x="43695" y="53682"/>
                    <a:pt x="24336" y="30778"/>
                    <a:pt x="0" y="5283"/>
                  </a:cubicBezTo>
                  <a:cubicBezTo>
                    <a:pt x="8998" y="2965"/>
                    <a:pt x="15269" y="-375"/>
                    <a:pt x="21200" y="34"/>
                  </a:cubicBezTo>
                  <a:cubicBezTo>
                    <a:pt x="67008" y="3170"/>
                    <a:pt x="112816" y="9578"/>
                    <a:pt x="158624" y="9918"/>
                  </a:cubicBezTo>
                  <a:cubicBezTo>
                    <a:pt x="194753" y="10259"/>
                    <a:pt x="230950" y="3238"/>
                    <a:pt x="267215" y="102"/>
                  </a:cubicBezTo>
                  <a:cubicBezTo>
                    <a:pt x="273281" y="-443"/>
                    <a:pt x="279553" y="2079"/>
                    <a:pt x="285756" y="3170"/>
                  </a:cubicBezTo>
                  <a:cubicBezTo>
                    <a:pt x="285824" y="5010"/>
                    <a:pt x="285892" y="6851"/>
                    <a:pt x="286028" y="876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53"/>
            <p:cNvSpPr/>
            <p:nvPr/>
          </p:nvSpPr>
          <p:spPr>
            <a:xfrm>
              <a:off x="6007907" y="3192187"/>
              <a:ext cx="177153" cy="58216"/>
            </a:xfrm>
            <a:custGeom>
              <a:avLst/>
              <a:gdLst/>
              <a:ahLst/>
              <a:cxnLst/>
              <a:rect l="l" t="t" r="r" b="b"/>
              <a:pathLst>
                <a:path w="177153" h="58216" extrusionOk="0">
                  <a:moveTo>
                    <a:pt x="88638" y="58216"/>
                  </a:moveTo>
                  <a:cubicBezTo>
                    <a:pt x="70233" y="52558"/>
                    <a:pt x="53532" y="47378"/>
                    <a:pt x="36831" y="42197"/>
                  </a:cubicBezTo>
                  <a:cubicBezTo>
                    <a:pt x="28174" y="39470"/>
                    <a:pt x="19313" y="37221"/>
                    <a:pt x="11201" y="33471"/>
                  </a:cubicBezTo>
                  <a:cubicBezTo>
                    <a:pt x="6702" y="31358"/>
                    <a:pt x="2339" y="27200"/>
                    <a:pt x="89" y="22769"/>
                  </a:cubicBezTo>
                  <a:cubicBezTo>
                    <a:pt x="-729" y="21201"/>
                    <a:pt x="4248" y="15134"/>
                    <a:pt x="7656" y="13226"/>
                  </a:cubicBezTo>
                  <a:cubicBezTo>
                    <a:pt x="25448" y="3273"/>
                    <a:pt x="42966" y="-3407"/>
                    <a:pt x="64984" y="2796"/>
                  </a:cubicBezTo>
                  <a:cubicBezTo>
                    <a:pt x="79572" y="6886"/>
                    <a:pt x="97159" y="5932"/>
                    <a:pt x="112020" y="2115"/>
                  </a:cubicBezTo>
                  <a:cubicBezTo>
                    <a:pt x="134446" y="-3611"/>
                    <a:pt x="152647" y="2933"/>
                    <a:pt x="170643" y="14044"/>
                  </a:cubicBezTo>
                  <a:cubicBezTo>
                    <a:pt x="179778" y="19702"/>
                    <a:pt x="179028" y="28018"/>
                    <a:pt x="170098" y="31358"/>
                  </a:cubicBezTo>
                  <a:cubicBezTo>
                    <a:pt x="143308" y="41242"/>
                    <a:pt x="115905" y="49354"/>
                    <a:pt x="88706" y="58216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6" name="Google Shape;4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50" y="544700"/>
            <a:ext cx="8659251" cy="20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3"/>
          <p:cNvSpPr txBox="1"/>
          <p:nvPr/>
        </p:nvSpPr>
        <p:spPr>
          <a:xfrm>
            <a:off x="0" y="4851000"/>
            <a:ext cx="2355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Poppins"/>
                <a:ea typeface="Poppins"/>
                <a:cs typeface="Poppins"/>
                <a:sym typeface="Poppins"/>
              </a:rPr>
              <a:t>Source: Starbucks Annual Reports 2019–2024</a:t>
            </a:r>
            <a:endParaRPr sz="7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9"/>
            </a:gs>
            <a:gs pos="80000">
              <a:srgbClr val="DFDAD9"/>
            </a:gs>
            <a:gs pos="100000">
              <a:srgbClr val="ECEAE9"/>
            </a:gs>
          </a:gsLst>
          <a:lin ang="5400000" scaled="0"/>
        </a:gra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6"/>
          <p:cNvSpPr txBox="1"/>
          <p:nvPr/>
        </p:nvSpPr>
        <p:spPr>
          <a:xfrm>
            <a:off x="403732" y="1196282"/>
            <a:ext cx="8100000" cy="23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•</a:t>
            </a:r>
            <a:r>
              <a:rPr lang="en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5MA symmetrical </a:t>
            </a:r>
            <a:r>
              <a:rPr lang="en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technique is used for initial forecast.</a:t>
            </a:r>
            <a:endParaRPr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•</a:t>
            </a:r>
            <a:r>
              <a:rPr lang="en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three segment forecast charts are plotted and included for post-pandemic period</a:t>
            </a:r>
            <a:endParaRPr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LOB – Beverages, Food, Other(LOB)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MARKET – North- America, International, Other(MARKET)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" sz="11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 TYPE – Company-Op, Licensed, Other(Store)</a:t>
            </a:r>
            <a:endParaRPr sz="11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•</a:t>
            </a:r>
            <a:r>
              <a:rPr lang="en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YoY% growth change is calculated for each listed item in the segments.</a:t>
            </a:r>
            <a:endParaRPr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•</a:t>
            </a:r>
            <a:r>
              <a:rPr lang="en" sz="16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Observations and recommendations are included.</a:t>
            </a:r>
            <a:endParaRPr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Google Shape;676;p66"/>
          <p:cNvSpPr/>
          <p:nvPr/>
        </p:nvSpPr>
        <p:spPr>
          <a:xfrm>
            <a:off x="210430" y="228750"/>
            <a:ext cx="780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rgbClr val="00754A"/>
                </a:solidFill>
              </a:rPr>
              <a:t>Act 2 – Forecasting- 5MA Symmetrical </a:t>
            </a:r>
            <a:endParaRPr sz="3200" dirty="0">
              <a:solidFill>
                <a:srgbClr val="00754A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solidFill>
                <a:srgbClr val="00754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77" name="Google Shape;677;p66"/>
          <p:cNvGrpSpPr/>
          <p:nvPr/>
        </p:nvGrpSpPr>
        <p:grpSpPr>
          <a:xfrm>
            <a:off x="8267574" y="117110"/>
            <a:ext cx="670271" cy="688708"/>
            <a:chOff x="4276278" y="1615753"/>
            <a:chExt cx="3642778" cy="3628601"/>
          </a:xfrm>
        </p:grpSpPr>
        <p:sp>
          <p:nvSpPr>
            <p:cNvPr id="678" name="Google Shape;678;p66"/>
            <p:cNvSpPr/>
            <p:nvPr/>
          </p:nvSpPr>
          <p:spPr>
            <a:xfrm>
              <a:off x="4276278" y="1615753"/>
              <a:ext cx="3642778" cy="3628601"/>
            </a:xfrm>
            <a:custGeom>
              <a:avLst/>
              <a:gdLst/>
              <a:ahLst/>
              <a:cxnLst/>
              <a:rect l="l" t="t" r="r" b="b"/>
              <a:pathLst>
                <a:path w="3642778" h="3628601" extrusionOk="0">
                  <a:moveTo>
                    <a:pt x="3642779" y="1982233"/>
                  </a:moveTo>
                  <a:cubicBezTo>
                    <a:pt x="3640666" y="1999752"/>
                    <a:pt x="3638007" y="2017203"/>
                    <a:pt x="3636508" y="2034722"/>
                  </a:cubicBezTo>
                  <a:cubicBezTo>
                    <a:pt x="3634667" y="2056126"/>
                    <a:pt x="3634804" y="2055922"/>
                    <a:pt x="3613467" y="2057762"/>
                  </a:cubicBezTo>
                  <a:cubicBezTo>
                    <a:pt x="3549867" y="2063147"/>
                    <a:pt x="3490971" y="2047878"/>
                    <a:pt x="3435483" y="2017885"/>
                  </a:cubicBezTo>
                  <a:cubicBezTo>
                    <a:pt x="3395878" y="1996480"/>
                    <a:pt x="3356751" y="1974189"/>
                    <a:pt x="3316941" y="1953194"/>
                  </a:cubicBezTo>
                  <a:cubicBezTo>
                    <a:pt x="3268815" y="1927768"/>
                    <a:pt x="3217145" y="1914884"/>
                    <a:pt x="3162816" y="1912635"/>
                  </a:cubicBezTo>
                  <a:cubicBezTo>
                    <a:pt x="3156340" y="1912362"/>
                    <a:pt x="3149864" y="1912635"/>
                    <a:pt x="3141616" y="1912635"/>
                  </a:cubicBezTo>
                  <a:cubicBezTo>
                    <a:pt x="3152318" y="1960215"/>
                    <a:pt x="3162543" y="2005683"/>
                    <a:pt x="3172495" y="2050059"/>
                  </a:cubicBezTo>
                  <a:cubicBezTo>
                    <a:pt x="3198194" y="2054831"/>
                    <a:pt x="3223757" y="2058171"/>
                    <a:pt x="3248569" y="2064511"/>
                  </a:cubicBezTo>
                  <a:cubicBezTo>
                    <a:pt x="3296218" y="2076713"/>
                    <a:pt x="3337255" y="2103366"/>
                    <a:pt x="3378973" y="2128111"/>
                  </a:cubicBezTo>
                  <a:cubicBezTo>
                    <a:pt x="3426962" y="2156536"/>
                    <a:pt x="3475702" y="2183530"/>
                    <a:pt x="3532144" y="2190961"/>
                  </a:cubicBezTo>
                  <a:cubicBezTo>
                    <a:pt x="3550072" y="2193346"/>
                    <a:pt x="3568409" y="2192937"/>
                    <a:pt x="3586610" y="2193619"/>
                  </a:cubicBezTo>
                  <a:cubicBezTo>
                    <a:pt x="3594653" y="2193892"/>
                    <a:pt x="3602697" y="2193619"/>
                    <a:pt x="3612854" y="2193619"/>
                  </a:cubicBezTo>
                  <a:cubicBezTo>
                    <a:pt x="3601129" y="2239632"/>
                    <a:pt x="3589813" y="2285099"/>
                    <a:pt x="3577475" y="2330362"/>
                  </a:cubicBezTo>
                  <a:cubicBezTo>
                    <a:pt x="3576521" y="2333838"/>
                    <a:pt x="3568273" y="2337042"/>
                    <a:pt x="3563297" y="2337315"/>
                  </a:cubicBezTo>
                  <a:cubicBezTo>
                    <a:pt x="3514898" y="2339837"/>
                    <a:pt x="3472021" y="2323068"/>
                    <a:pt x="3431598" y="2298255"/>
                  </a:cubicBezTo>
                  <a:cubicBezTo>
                    <a:pt x="3399287" y="2278419"/>
                    <a:pt x="3367453" y="2257628"/>
                    <a:pt x="3334460" y="2239018"/>
                  </a:cubicBezTo>
                  <a:cubicBezTo>
                    <a:pt x="3292810" y="2215569"/>
                    <a:pt x="3247956" y="2202344"/>
                    <a:pt x="3199626" y="2203503"/>
                  </a:cubicBezTo>
                  <a:cubicBezTo>
                    <a:pt x="3197581" y="2203503"/>
                    <a:pt x="3195604" y="2203503"/>
                    <a:pt x="3193559" y="2203776"/>
                  </a:cubicBezTo>
                  <a:cubicBezTo>
                    <a:pt x="3192673" y="2203912"/>
                    <a:pt x="3191786" y="2204526"/>
                    <a:pt x="3190082" y="2205276"/>
                  </a:cubicBezTo>
                  <a:lnTo>
                    <a:pt x="3190082" y="2324431"/>
                  </a:lnTo>
                  <a:cubicBezTo>
                    <a:pt x="3207669" y="2326749"/>
                    <a:pt x="3224779" y="2327908"/>
                    <a:pt x="3241412" y="2331316"/>
                  </a:cubicBezTo>
                  <a:cubicBezTo>
                    <a:pt x="3282380" y="2339769"/>
                    <a:pt x="3317418" y="2360969"/>
                    <a:pt x="3351502" y="2384077"/>
                  </a:cubicBezTo>
                  <a:cubicBezTo>
                    <a:pt x="3368680" y="2395734"/>
                    <a:pt x="3385790" y="2407527"/>
                    <a:pt x="3403308" y="2418638"/>
                  </a:cubicBezTo>
                  <a:cubicBezTo>
                    <a:pt x="3442436" y="2443451"/>
                    <a:pt x="3484155" y="2460356"/>
                    <a:pt x="3533984" y="2457425"/>
                  </a:cubicBezTo>
                  <a:cubicBezTo>
                    <a:pt x="3531871" y="2463901"/>
                    <a:pt x="3530644" y="2468605"/>
                    <a:pt x="3528804" y="2473035"/>
                  </a:cubicBezTo>
                  <a:cubicBezTo>
                    <a:pt x="3513125" y="2510868"/>
                    <a:pt x="3496834" y="2548496"/>
                    <a:pt x="3481837" y="2586601"/>
                  </a:cubicBezTo>
                  <a:cubicBezTo>
                    <a:pt x="3476997" y="2598940"/>
                    <a:pt x="3470589" y="2600371"/>
                    <a:pt x="3458728" y="2597644"/>
                  </a:cubicBezTo>
                  <a:cubicBezTo>
                    <a:pt x="3425463" y="2589942"/>
                    <a:pt x="3400036" y="2569287"/>
                    <a:pt x="3373315" y="2550064"/>
                  </a:cubicBezTo>
                  <a:cubicBezTo>
                    <a:pt x="3342981" y="2528319"/>
                    <a:pt x="3312510" y="2506369"/>
                    <a:pt x="3279926" y="2488441"/>
                  </a:cubicBezTo>
                  <a:cubicBezTo>
                    <a:pt x="3252660" y="2473376"/>
                    <a:pt x="3221166" y="2470922"/>
                    <a:pt x="3189878" y="2471536"/>
                  </a:cubicBezTo>
                  <a:cubicBezTo>
                    <a:pt x="3181152" y="2471672"/>
                    <a:pt x="3177880" y="2474331"/>
                    <a:pt x="3176449" y="2483465"/>
                  </a:cubicBezTo>
                  <a:cubicBezTo>
                    <a:pt x="3171814" y="2513867"/>
                    <a:pt x="3165883" y="2544133"/>
                    <a:pt x="3160430" y="2574400"/>
                  </a:cubicBezTo>
                  <a:cubicBezTo>
                    <a:pt x="3178221" y="2576444"/>
                    <a:pt x="3195945" y="2577331"/>
                    <a:pt x="3213123" y="2580739"/>
                  </a:cubicBezTo>
                  <a:cubicBezTo>
                    <a:pt x="3255045" y="2589055"/>
                    <a:pt x="3286675" y="2615368"/>
                    <a:pt x="3317895" y="2642294"/>
                  </a:cubicBezTo>
                  <a:cubicBezTo>
                    <a:pt x="3333642" y="2655791"/>
                    <a:pt x="3349184" y="2669970"/>
                    <a:pt x="3366635" y="2680876"/>
                  </a:cubicBezTo>
                  <a:cubicBezTo>
                    <a:pt x="3383540" y="2691306"/>
                    <a:pt x="3402831" y="2697918"/>
                    <a:pt x="3422668" y="2706916"/>
                  </a:cubicBezTo>
                  <a:cubicBezTo>
                    <a:pt x="3397991" y="2748021"/>
                    <a:pt x="3372429" y="2790557"/>
                    <a:pt x="3345298" y="2835752"/>
                  </a:cubicBezTo>
                  <a:cubicBezTo>
                    <a:pt x="3328529" y="2822050"/>
                    <a:pt x="3313669" y="2810121"/>
                    <a:pt x="3299013" y="2797987"/>
                  </a:cubicBezTo>
                  <a:cubicBezTo>
                    <a:pt x="3274882" y="2777946"/>
                    <a:pt x="3251637" y="2756678"/>
                    <a:pt x="3226552" y="2738000"/>
                  </a:cubicBezTo>
                  <a:cubicBezTo>
                    <a:pt x="3198535" y="2717073"/>
                    <a:pt x="3165679" y="2706712"/>
                    <a:pt x="3129959" y="2703099"/>
                  </a:cubicBezTo>
                  <a:cubicBezTo>
                    <a:pt x="3139639" y="2667447"/>
                    <a:pt x="3148909" y="2633228"/>
                    <a:pt x="3157839" y="2600371"/>
                  </a:cubicBezTo>
                  <a:cubicBezTo>
                    <a:pt x="3123347" y="2594918"/>
                    <a:pt x="3091172" y="2591714"/>
                    <a:pt x="3059815" y="2584556"/>
                  </a:cubicBezTo>
                  <a:cubicBezTo>
                    <a:pt x="2985309" y="2567515"/>
                    <a:pt x="2920346" y="2531318"/>
                    <a:pt x="2862813" y="2481488"/>
                  </a:cubicBezTo>
                  <a:cubicBezTo>
                    <a:pt x="2859404" y="2478557"/>
                    <a:pt x="2855587" y="2473240"/>
                    <a:pt x="2855928" y="2469422"/>
                  </a:cubicBezTo>
                  <a:cubicBezTo>
                    <a:pt x="2862676" y="2393484"/>
                    <a:pt x="2828525" y="2331725"/>
                    <a:pt x="2786602" y="2273511"/>
                  </a:cubicBezTo>
                  <a:cubicBezTo>
                    <a:pt x="2746997" y="2218500"/>
                    <a:pt x="2704529" y="2165466"/>
                    <a:pt x="2664243" y="2110864"/>
                  </a:cubicBezTo>
                  <a:cubicBezTo>
                    <a:pt x="2643520" y="2082780"/>
                    <a:pt x="2624910" y="2052991"/>
                    <a:pt x="2618298" y="2017748"/>
                  </a:cubicBezTo>
                  <a:cubicBezTo>
                    <a:pt x="2611140" y="1980052"/>
                    <a:pt x="2618025" y="1942969"/>
                    <a:pt x="2626546" y="1906636"/>
                  </a:cubicBezTo>
                  <a:cubicBezTo>
                    <a:pt x="2640248" y="1848149"/>
                    <a:pt x="2658994" y="1790820"/>
                    <a:pt x="2671332" y="1732061"/>
                  </a:cubicBezTo>
                  <a:cubicBezTo>
                    <a:pt x="2713936" y="1528719"/>
                    <a:pt x="2655176" y="1354484"/>
                    <a:pt x="2514616" y="1205335"/>
                  </a:cubicBezTo>
                  <a:cubicBezTo>
                    <a:pt x="2498392" y="1188088"/>
                    <a:pt x="2478283" y="1174523"/>
                    <a:pt x="2460014" y="1159254"/>
                  </a:cubicBezTo>
                  <a:cubicBezTo>
                    <a:pt x="2458651" y="1160617"/>
                    <a:pt x="2457356" y="1161981"/>
                    <a:pt x="2455992" y="1163344"/>
                  </a:cubicBezTo>
                  <a:cubicBezTo>
                    <a:pt x="2461446" y="1170774"/>
                    <a:pt x="2466899" y="1178341"/>
                    <a:pt x="2472421" y="1185703"/>
                  </a:cubicBezTo>
                  <a:cubicBezTo>
                    <a:pt x="2531181" y="1264163"/>
                    <a:pt x="2578148" y="1348622"/>
                    <a:pt x="2601188" y="1444737"/>
                  </a:cubicBezTo>
                  <a:cubicBezTo>
                    <a:pt x="2625319" y="1545215"/>
                    <a:pt x="2617753" y="1644398"/>
                    <a:pt x="2588373" y="1742831"/>
                  </a:cubicBezTo>
                  <a:cubicBezTo>
                    <a:pt x="2572353" y="1796546"/>
                    <a:pt x="2556743" y="1850398"/>
                    <a:pt x="2543587" y="1904864"/>
                  </a:cubicBezTo>
                  <a:cubicBezTo>
                    <a:pt x="2522319" y="1992731"/>
                    <a:pt x="2536430" y="2074395"/>
                    <a:pt x="2591781" y="2147674"/>
                  </a:cubicBezTo>
                  <a:cubicBezTo>
                    <a:pt x="2632954" y="2202208"/>
                    <a:pt x="2673854" y="2256946"/>
                    <a:pt x="2713868" y="2312434"/>
                  </a:cubicBezTo>
                  <a:cubicBezTo>
                    <a:pt x="2737658" y="2345427"/>
                    <a:pt x="2756745" y="2381282"/>
                    <a:pt x="2766016" y="2421297"/>
                  </a:cubicBezTo>
                  <a:cubicBezTo>
                    <a:pt x="2777604" y="2471263"/>
                    <a:pt x="2770924" y="2520548"/>
                    <a:pt x="2752314" y="2567174"/>
                  </a:cubicBezTo>
                  <a:cubicBezTo>
                    <a:pt x="2733023" y="2615436"/>
                    <a:pt x="2709642" y="2662130"/>
                    <a:pt x="2687351" y="2709165"/>
                  </a:cubicBezTo>
                  <a:cubicBezTo>
                    <a:pt x="2683125" y="2718027"/>
                    <a:pt x="2683602" y="2723140"/>
                    <a:pt x="2690828" y="2729888"/>
                  </a:cubicBezTo>
                  <a:cubicBezTo>
                    <a:pt x="2768674" y="2802009"/>
                    <a:pt x="2856678" y="2855861"/>
                    <a:pt x="2961519" y="2878220"/>
                  </a:cubicBezTo>
                  <a:cubicBezTo>
                    <a:pt x="2983468" y="2882923"/>
                    <a:pt x="3006577" y="2883196"/>
                    <a:pt x="3029208" y="2883537"/>
                  </a:cubicBezTo>
                  <a:cubicBezTo>
                    <a:pt x="3051908" y="2883877"/>
                    <a:pt x="3066837" y="2870789"/>
                    <a:pt x="3075698" y="2850476"/>
                  </a:cubicBezTo>
                  <a:cubicBezTo>
                    <a:pt x="3081560" y="2837047"/>
                    <a:pt x="3088514" y="2823891"/>
                    <a:pt x="3092399" y="2809848"/>
                  </a:cubicBezTo>
                  <a:cubicBezTo>
                    <a:pt x="3096625" y="2794579"/>
                    <a:pt x="3105624" y="2793215"/>
                    <a:pt x="3118507" y="2795942"/>
                  </a:cubicBezTo>
                  <a:cubicBezTo>
                    <a:pt x="3147887" y="2802145"/>
                    <a:pt x="3174268" y="2814620"/>
                    <a:pt x="3196558" y="2834525"/>
                  </a:cubicBezTo>
                  <a:cubicBezTo>
                    <a:pt x="3218099" y="2853748"/>
                    <a:pt x="3238344" y="2874402"/>
                    <a:pt x="3259204" y="2894307"/>
                  </a:cubicBezTo>
                  <a:cubicBezTo>
                    <a:pt x="3267997" y="2902692"/>
                    <a:pt x="3277063" y="2910735"/>
                    <a:pt x="3288311" y="2921028"/>
                  </a:cubicBezTo>
                  <a:cubicBezTo>
                    <a:pt x="3259340" y="2957021"/>
                    <a:pt x="3229960" y="2993422"/>
                    <a:pt x="3199353" y="3031391"/>
                  </a:cubicBezTo>
                  <a:cubicBezTo>
                    <a:pt x="3153886" y="2980879"/>
                    <a:pt x="3113803" y="2925936"/>
                    <a:pt x="3043660" y="2906577"/>
                  </a:cubicBezTo>
                  <a:cubicBezTo>
                    <a:pt x="3030163" y="2930776"/>
                    <a:pt x="3016734" y="2954771"/>
                    <a:pt x="3002146" y="2980879"/>
                  </a:cubicBezTo>
                  <a:cubicBezTo>
                    <a:pt x="3063428" y="3001465"/>
                    <a:pt x="3098261" y="3050409"/>
                    <a:pt x="3136708" y="3098808"/>
                  </a:cubicBezTo>
                  <a:cubicBezTo>
                    <a:pt x="3101602" y="3132209"/>
                    <a:pt x="3066905" y="3165270"/>
                    <a:pt x="3031458" y="3199081"/>
                  </a:cubicBezTo>
                  <a:cubicBezTo>
                    <a:pt x="3002214" y="3157840"/>
                    <a:pt x="2972562" y="3119599"/>
                    <a:pt x="2929753" y="3091105"/>
                  </a:cubicBezTo>
                  <a:cubicBezTo>
                    <a:pt x="2913938" y="3111487"/>
                    <a:pt x="2898532" y="3131323"/>
                    <a:pt x="2882104" y="3152592"/>
                  </a:cubicBezTo>
                  <a:cubicBezTo>
                    <a:pt x="2917823" y="3179995"/>
                    <a:pt x="2944477" y="3214351"/>
                    <a:pt x="2967176" y="3254842"/>
                  </a:cubicBezTo>
                  <a:cubicBezTo>
                    <a:pt x="2924095" y="3286471"/>
                    <a:pt x="2881491" y="3317828"/>
                    <a:pt x="2836569" y="3350821"/>
                  </a:cubicBezTo>
                  <a:cubicBezTo>
                    <a:pt x="2819936" y="3252183"/>
                    <a:pt x="2757427" y="3182108"/>
                    <a:pt x="2704461" y="3106783"/>
                  </a:cubicBezTo>
                  <a:cubicBezTo>
                    <a:pt x="2676172" y="3066565"/>
                    <a:pt x="2648837" y="3025869"/>
                    <a:pt x="2632000" y="2979175"/>
                  </a:cubicBezTo>
                  <a:cubicBezTo>
                    <a:pt x="2615776" y="2934253"/>
                    <a:pt x="2612299" y="2888581"/>
                    <a:pt x="2623342" y="2841955"/>
                  </a:cubicBezTo>
                  <a:cubicBezTo>
                    <a:pt x="2624092" y="2838683"/>
                    <a:pt x="2624092" y="2835206"/>
                    <a:pt x="2624978" y="2827231"/>
                  </a:cubicBezTo>
                  <a:cubicBezTo>
                    <a:pt x="2619798" y="2834252"/>
                    <a:pt x="2616935" y="2837524"/>
                    <a:pt x="2614753" y="2841137"/>
                  </a:cubicBezTo>
                  <a:cubicBezTo>
                    <a:pt x="2568468" y="2916870"/>
                    <a:pt x="2562537" y="2996012"/>
                    <a:pt x="2601393" y="3075563"/>
                  </a:cubicBezTo>
                  <a:cubicBezTo>
                    <a:pt x="2626887" y="3127710"/>
                    <a:pt x="2657698" y="3177268"/>
                    <a:pt x="2686806" y="3227643"/>
                  </a:cubicBezTo>
                  <a:cubicBezTo>
                    <a:pt x="2712709" y="3272429"/>
                    <a:pt x="2738136" y="3317146"/>
                    <a:pt x="2749519" y="3368408"/>
                  </a:cubicBezTo>
                  <a:cubicBezTo>
                    <a:pt x="2756404" y="3399628"/>
                    <a:pt x="2756949" y="3399697"/>
                    <a:pt x="2729819" y="3415102"/>
                  </a:cubicBezTo>
                  <a:cubicBezTo>
                    <a:pt x="2704802" y="3429281"/>
                    <a:pt x="2679512" y="3443051"/>
                    <a:pt x="2652722" y="3457911"/>
                  </a:cubicBezTo>
                  <a:cubicBezTo>
                    <a:pt x="2649791" y="3439506"/>
                    <a:pt x="2647814" y="3423146"/>
                    <a:pt x="2644474" y="3407059"/>
                  </a:cubicBezTo>
                  <a:cubicBezTo>
                    <a:pt x="2632681" y="3350616"/>
                    <a:pt x="2608550" y="3298809"/>
                    <a:pt x="2583124" y="3247548"/>
                  </a:cubicBezTo>
                  <a:cubicBezTo>
                    <a:pt x="2552858" y="3186334"/>
                    <a:pt x="2521705" y="3125529"/>
                    <a:pt x="2492871" y="3063702"/>
                  </a:cubicBezTo>
                  <a:cubicBezTo>
                    <a:pt x="2459469" y="2991990"/>
                    <a:pt x="2462332" y="2919938"/>
                    <a:pt x="2500437" y="2850816"/>
                  </a:cubicBezTo>
                  <a:cubicBezTo>
                    <a:pt x="2531658" y="2794170"/>
                    <a:pt x="2566355" y="2739432"/>
                    <a:pt x="2598325" y="2683126"/>
                  </a:cubicBezTo>
                  <a:cubicBezTo>
                    <a:pt x="2616526" y="2651087"/>
                    <a:pt x="2634113" y="2618435"/>
                    <a:pt x="2648769" y="2584693"/>
                  </a:cubicBezTo>
                  <a:cubicBezTo>
                    <a:pt x="2689191" y="2491917"/>
                    <a:pt x="2682239" y="2401596"/>
                    <a:pt x="2625933" y="2317410"/>
                  </a:cubicBezTo>
                  <a:cubicBezTo>
                    <a:pt x="2591372" y="2265740"/>
                    <a:pt x="2552449" y="2216932"/>
                    <a:pt x="2515638" y="2166761"/>
                  </a:cubicBezTo>
                  <a:cubicBezTo>
                    <a:pt x="2504868" y="2152037"/>
                    <a:pt x="2494779" y="2136904"/>
                    <a:pt x="2484214" y="2122044"/>
                  </a:cubicBezTo>
                  <a:cubicBezTo>
                    <a:pt x="2432679" y="2049173"/>
                    <a:pt x="2428862" y="1969622"/>
                    <a:pt x="2453470" y="1887209"/>
                  </a:cubicBezTo>
                  <a:cubicBezTo>
                    <a:pt x="2468944" y="1835470"/>
                    <a:pt x="2487486" y="1784617"/>
                    <a:pt x="2504664" y="1733356"/>
                  </a:cubicBezTo>
                  <a:cubicBezTo>
                    <a:pt x="2526545" y="1668188"/>
                    <a:pt x="2540656" y="1601180"/>
                    <a:pt x="2538883" y="1532468"/>
                  </a:cubicBezTo>
                  <a:cubicBezTo>
                    <a:pt x="2534521" y="1359869"/>
                    <a:pt x="2466558" y="1217264"/>
                    <a:pt x="2332065" y="1107583"/>
                  </a:cubicBezTo>
                  <a:cubicBezTo>
                    <a:pt x="2323885" y="1100903"/>
                    <a:pt x="2314410" y="1095722"/>
                    <a:pt x="2305480" y="1090064"/>
                  </a:cubicBezTo>
                  <a:cubicBezTo>
                    <a:pt x="2302549" y="1088224"/>
                    <a:pt x="2299208" y="1086997"/>
                    <a:pt x="2293755" y="1087338"/>
                  </a:cubicBezTo>
                  <a:cubicBezTo>
                    <a:pt x="2297436" y="1092655"/>
                    <a:pt x="2300776" y="1098244"/>
                    <a:pt x="2304798" y="1103289"/>
                  </a:cubicBezTo>
                  <a:cubicBezTo>
                    <a:pt x="2364512" y="1177727"/>
                    <a:pt x="2414751" y="1257210"/>
                    <a:pt x="2438269" y="1351144"/>
                  </a:cubicBezTo>
                  <a:cubicBezTo>
                    <a:pt x="2467308" y="1467028"/>
                    <a:pt x="2459810" y="1580526"/>
                    <a:pt x="2418432" y="1692456"/>
                  </a:cubicBezTo>
                  <a:cubicBezTo>
                    <a:pt x="2396006" y="1753056"/>
                    <a:pt x="2374056" y="1813929"/>
                    <a:pt x="2355651" y="1875825"/>
                  </a:cubicBezTo>
                  <a:cubicBezTo>
                    <a:pt x="2321363" y="1990959"/>
                    <a:pt x="2343858" y="2095390"/>
                    <a:pt x="2419728" y="2188984"/>
                  </a:cubicBezTo>
                  <a:cubicBezTo>
                    <a:pt x="2455379" y="2233019"/>
                    <a:pt x="2489326" y="2278555"/>
                    <a:pt x="2522251" y="2324704"/>
                  </a:cubicBezTo>
                  <a:cubicBezTo>
                    <a:pt x="2546518" y="2358719"/>
                    <a:pt x="2563015" y="2396620"/>
                    <a:pt x="2569286" y="2438679"/>
                  </a:cubicBezTo>
                  <a:cubicBezTo>
                    <a:pt x="2575966" y="2483806"/>
                    <a:pt x="2568536" y="2527501"/>
                    <a:pt x="2548972" y="2567174"/>
                  </a:cubicBezTo>
                  <a:cubicBezTo>
                    <a:pt x="2523546" y="2618776"/>
                    <a:pt x="2493212" y="2667925"/>
                    <a:pt x="2464377" y="2717755"/>
                  </a:cubicBezTo>
                  <a:cubicBezTo>
                    <a:pt x="2441337" y="2757564"/>
                    <a:pt x="2415842" y="2796078"/>
                    <a:pt x="2393892" y="2836501"/>
                  </a:cubicBezTo>
                  <a:cubicBezTo>
                    <a:pt x="2344744" y="2927027"/>
                    <a:pt x="2343653" y="3019462"/>
                    <a:pt x="2389461" y="3111555"/>
                  </a:cubicBezTo>
                  <a:cubicBezTo>
                    <a:pt x="2423477" y="3179926"/>
                    <a:pt x="2460014" y="3247071"/>
                    <a:pt x="2494439" y="3315170"/>
                  </a:cubicBezTo>
                  <a:cubicBezTo>
                    <a:pt x="2520342" y="3366431"/>
                    <a:pt x="2539838" y="3420010"/>
                    <a:pt x="2546382" y="3477543"/>
                  </a:cubicBezTo>
                  <a:cubicBezTo>
                    <a:pt x="2546791" y="3481088"/>
                    <a:pt x="2546927" y="3484633"/>
                    <a:pt x="2547609" y="3488109"/>
                  </a:cubicBezTo>
                  <a:cubicBezTo>
                    <a:pt x="2550540" y="3502288"/>
                    <a:pt x="2544882" y="3509923"/>
                    <a:pt x="2531181" y="3514967"/>
                  </a:cubicBezTo>
                  <a:cubicBezTo>
                    <a:pt x="2496620" y="3527714"/>
                    <a:pt x="2462536" y="3541825"/>
                    <a:pt x="2429476" y="3554913"/>
                  </a:cubicBezTo>
                  <a:cubicBezTo>
                    <a:pt x="2426135" y="3521579"/>
                    <a:pt x="2425181" y="3489268"/>
                    <a:pt x="2419319" y="3457911"/>
                  </a:cubicBezTo>
                  <a:cubicBezTo>
                    <a:pt x="2407867" y="3396220"/>
                    <a:pt x="2380532" y="3340119"/>
                    <a:pt x="2352720" y="3284358"/>
                  </a:cubicBezTo>
                  <a:cubicBezTo>
                    <a:pt x="2322249" y="3223281"/>
                    <a:pt x="2290551" y="3162680"/>
                    <a:pt x="2262194" y="3100648"/>
                  </a:cubicBezTo>
                  <a:cubicBezTo>
                    <a:pt x="2241062" y="3054226"/>
                    <a:pt x="2229269" y="3005146"/>
                    <a:pt x="2238472" y="2953067"/>
                  </a:cubicBezTo>
                  <a:cubicBezTo>
                    <a:pt x="2246584" y="2906986"/>
                    <a:pt x="2264989" y="2864927"/>
                    <a:pt x="2289052" y="2825526"/>
                  </a:cubicBezTo>
                  <a:cubicBezTo>
                    <a:pt x="2324635" y="2767244"/>
                    <a:pt x="2362399" y="2710256"/>
                    <a:pt x="2398051" y="2651974"/>
                  </a:cubicBezTo>
                  <a:cubicBezTo>
                    <a:pt x="2425113" y="2607801"/>
                    <a:pt x="2446449" y="2561039"/>
                    <a:pt x="2454902" y="2509164"/>
                  </a:cubicBezTo>
                  <a:cubicBezTo>
                    <a:pt x="2464036" y="2452790"/>
                    <a:pt x="2457560" y="2398052"/>
                    <a:pt x="2428248" y="2349244"/>
                  </a:cubicBezTo>
                  <a:cubicBezTo>
                    <a:pt x="2401800" y="2305140"/>
                    <a:pt x="2369898" y="2264308"/>
                    <a:pt x="2339904" y="2222317"/>
                  </a:cubicBezTo>
                  <a:cubicBezTo>
                    <a:pt x="2324635" y="2200913"/>
                    <a:pt x="2308138" y="2180326"/>
                    <a:pt x="2292528" y="2159126"/>
                  </a:cubicBezTo>
                  <a:cubicBezTo>
                    <a:pt x="2230701" y="2075145"/>
                    <a:pt x="2216522" y="1981892"/>
                    <a:pt x="2247061" y="1884005"/>
                  </a:cubicBezTo>
                  <a:cubicBezTo>
                    <a:pt x="2267715" y="1817678"/>
                    <a:pt x="2296346" y="1753670"/>
                    <a:pt x="2322726" y="1689184"/>
                  </a:cubicBezTo>
                  <a:cubicBezTo>
                    <a:pt x="2352856" y="1615495"/>
                    <a:pt x="2373919" y="1540171"/>
                    <a:pt x="2372488" y="1459666"/>
                  </a:cubicBezTo>
                  <a:cubicBezTo>
                    <a:pt x="2370375" y="1340714"/>
                    <a:pt x="2333156" y="1233760"/>
                    <a:pt x="2258717" y="1141462"/>
                  </a:cubicBezTo>
                  <a:cubicBezTo>
                    <a:pt x="2230701" y="1106697"/>
                    <a:pt x="2195458" y="1077726"/>
                    <a:pt x="2162738" y="1046847"/>
                  </a:cubicBezTo>
                  <a:cubicBezTo>
                    <a:pt x="2158376" y="1042688"/>
                    <a:pt x="2149650" y="1043166"/>
                    <a:pt x="2142970" y="1041529"/>
                  </a:cubicBezTo>
                  <a:cubicBezTo>
                    <a:pt x="2144401" y="1048210"/>
                    <a:pt x="2143788" y="1056458"/>
                    <a:pt x="2147537" y="1061298"/>
                  </a:cubicBezTo>
                  <a:cubicBezTo>
                    <a:pt x="2199003" y="1127556"/>
                    <a:pt x="2238949" y="1199472"/>
                    <a:pt x="2258717" y="1281750"/>
                  </a:cubicBezTo>
                  <a:cubicBezTo>
                    <a:pt x="2289120" y="1408268"/>
                    <a:pt x="2277463" y="1530287"/>
                    <a:pt x="2223952" y="1649101"/>
                  </a:cubicBezTo>
                  <a:cubicBezTo>
                    <a:pt x="2194095" y="1715428"/>
                    <a:pt x="2165124" y="1782368"/>
                    <a:pt x="2140311" y="1850671"/>
                  </a:cubicBezTo>
                  <a:cubicBezTo>
                    <a:pt x="2091299" y="1985505"/>
                    <a:pt x="2114612" y="2109160"/>
                    <a:pt x="2205411" y="2220340"/>
                  </a:cubicBezTo>
                  <a:cubicBezTo>
                    <a:pt x="2229746" y="2250129"/>
                    <a:pt x="2252855" y="2280941"/>
                    <a:pt x="2275759" y="2311821"/>
                  </a:cubicBezTo>
                  <a:cubicBezTo>
                    <a:pt x="2340722" y="2399551"/>
                    <a:pt x="2349720" y="2493485"/>
                    <a:pt x="2298936" y="2589737"/>
                  </a:cubicBezTo>
                  <a:cubicBezTo>
                    <a:pt x="2269760" y="2645089"/>
                    <a:pt x="2233700" y="2696691"/>
                    <a:pt x="2200912" y="2750134"/>
                  </a:cubicBezTo>
                  <a:cubicBezTo>
                    <a:pt x="2180802" y="2782922"/>
                    <a:pt x="2159943" y="2815233"/>
                    <a:pt x="2141470" y="2848908"/>
                  </a:cubicBezTo>
                  <a:cubicBezTo>
                    <a:pt x="2091163" y="2940524"/>
                    <a:pt x="2087073" y="3035140"/>
                    <a:pt x="2129405" y="3130505"/>
                  </a:cubicBezTo>
                  <a:cubicBezTo>
                    <a:pt x="2156194" y="3191038"/>
                    <a:pt x="2185847" y="3250343"/>
                    <a:pt x="2214477" y="3310057"/>
                  </a:cubicBezTo>
                  <a:cubicBezTo>
                    <a:pt x="2241403" y="3366227"/>
                    <a:pt x="2268193" y="3422737"/>
                    <a:pt x="2277804" y="3484769"/>
                  </a:cubicBezTo>
                  <a:cubicBezTo>
                    <a:pt x="2282848" y="3517489"/>
                    <a:pt x="2281826" y="3551232"/>
                    <a:pt x="2282371" y="3584497"/>
                  </a:cubicBezTo>
                  <a:cubicBezTo>
                    <a:pt x="2282439" y="3589882"/>
                    <a:pt x="2277122" y="3599017"/>
                    <a:pt x="2272692" y="3600176"/>
                  </a:cubicBezTo>
                  <a:cubicBezTo>
                    <a:pt x="2233155" y="3610332"/>
                    <a:pt x="2193209" y="3619126"/>
                    <a:pt x="2151968" y="3628601"/>
                  </a:cubicBezTo>
                  <a:cubicBezTo>
                    <a:pt x="2153536" y="3608765"/>
                    <a:pt x="2155785" y="3591246"/>
                    <a:pt x="2156262" y="3573727"/>
                  </a:cubicBezTo>
                  <a:cubicBezTo>
                    <a:pt x="2158784" y="3483201"/>
                    <a:pt x="2133904" y="3398742"/>
                    <a:pt x="2096889" y="3317419"/>
                  </a:cubicBezTo>
                  <a:cubicBezTo>
                    <a:pt x="2069281" y="3256682"/>
                    <a:pt x="2039424" y="3196900"/>
                    <a:pt x="2012089" y="3136027"/>
                  </a:cubicBezTo>
                  <a:cubicBezTo>
                    <a:pt x="1989935" y="3086742"/>
                    <a:pt x="1974870" y="3035481"/>
                    <a:pt x="1979983" y="2980266"/>
                  </a:cubicBezTo>
                  <a:cubicBezTo>
                    <a:pt x="1983391" y="2942910"/>
                    <a:pt x="1993684" y="2907122"/>
                    <a:pt x="2012021" y="2875084"/>
                  </a:cubicBezTo>
                  <a:cubicBezTo>
                    <a:pt x="2042833" y="2821096"/>
                    <a:pt x="2076984" y="2769016"/>
                    <a:pt x="2109363" y="2715982"/>
                  </a:cubicBezTo>
                  <a:cubicBezTo>
                    <a:pt x="2134654" y="2674605"/>
                    <a:pt x="2161784" y="2634046"/>
                    <a:pt x="2184143" y="2591100"/>
                  </a:cubicBezTo>
                  <a:cubicBezTo>
                    <a:pt x="2235472" y="2492463"/>
                    <a:pt x="2227565" y="2397097"/>
                    <a:pt x="2161170" y="2307390"/>
                  </a:cubicBezTo>
                  <a:cubicBezTo>
                    <a:pt x="2135540" y="2272829"/>
                    <a:pt x="2108682" y="2239155"/>
                    <a:pt x="2083119" y="2204526"/>
                  </a:cubicBezTo>
                  <a:cubicBezTo>
                    <a:pt x="2051762" y="2161921"/>
                    <a:pt x="2031176" y="2114613"/>
                    <a:pt x="2023064" y="2061989"/>
                  </a:cubicBezTo>
                  <a:cubicBezTo>
                    <a:pt x="2018361" y="2031313"/>
                    <a:pt x="1997706" y="2017271"/>
                    <a:pt x="1967849" y="2024224"/>
                  </a:cubicBezTo>
                  <a:cubicBezTo>
                    <a:pt x="1938810" y="2030973"/>
                    <a:pt x="1910248" y="2039494"/>
                    <a:pt x="1881209" y="2045969"/>
                  </a:cubicBezTo>
                  <a:cubicBezTo>
                    <a:pt x="1830152" y="2057421"/>
                    <a:pt x="1779708" y="2052445"/>
                    <a:pt x="1729878" y="2037994"/>
                  </a:cubicBezTo>
                  <a:cubicBezTo>
                    <a:pt x="1711950" y="2032813"/>
                    <a:pt x="1693954" y="2027633"/>
                    <a:pt x="1675754" y="2023406"/>
                  </a:cubicBezTo>
                  <a:cubicBezTo>
                    <a:pt x="1652372" y="2017953"/>
                    <a:pt x="1627968" y="2031041"/>
                    <a:pt x="1624901" y="2054763"/>
                  </a:cubicBezTo>
                  <a:cubicBezTo>
                    <a:pt x="1613926" y="2141062"/>
                    <a:pt x="1564641" y="2206639"/>
                    <a:pt x="1512494" y="2271193"/>
                  </a:cubicBezTo>
                  <a:cubicBezTo>
                    <a:pt x="1481205" y="2309912"/>
                    <a:pt x="1452439" y="2350335"/>
                    <a:pt x="1438260" y="2399006"/>
                  </a:cubicBezTo>
                  <a:cubicBezTo>
                    <a:pt x="1418969" y="2465264"/>
                    <a:pt x="1428853" y="2529409"/>
                    <a:pt x="1460823" y="2588510"/>
                  </a:cubicBezTo>
                  <a:cubicBezTo>
                    <a:pt x="1491294" y="2644884"/>
                    <a:pt x="1527559" y="2698191"/>
                    <a:pt x="1561369" y="2752792"/>
                  </a:cubicBezTo>
                  <a:cubicBezTo>
                    <a:pt x="1581615" y="2785513"/>
                    <a:pt x="1602815" y="2817619"/>
                    <a:pt x="1622311" y="2850748"/>
                  </a:cubicBezTo>
                  <a:cubicBezTo>
                    <a:pt x="1675345" y="2940865"/>
                    <a:pt x="1681820" y="3033845"/>
                    <a:pt x="1637239" y="3129278"/>
                  </a:cubicBezTo>
                  <a:cubicBezTo>
                    <a:pt x="1610041" y="3187493"/>
                    <a:pt x="1582365" y="3245435"/>
                    <a:pt x="1555234" y="3303649"/>
                  </a:cubicBezTo>
                  <a:cubicBezTo>
                    <a:pt x="1526059" y="3366227"/>
                    <a:pt x="1501314" y="3430644"/>
                    <a:pt x="1494566" y="3499698"/>
                  </a:cubicBezTo>
                  <a:cubicBezTo>
                    <a:pt x="1490544" y="3541143"/>
                    <a:pt x="1493816" y="3583270"/>
                    <a:pt x="1493816" y="3627033"/>
                  </a:cubicBezTo>
                  <a:cubicBezTo>
                    <a:pt x="1477933" y="3624034"/>
                    <a:pt x="1461777" y="3621239"/>
                    <a:pt x="1445758" y="3617762"/>
                  </a:cubicBezTo>
                  <a:cubicBezTo>
                    <a:pt x="1424490" y="3613127"/>
                    <a:pt x="1403563" y="3607197"/>
                    <a:pt x="1382158" y="3603311"/>
                  </a:cubicBezTo>
                  <a:cubicBezTo>
                    <a:pt x="1368934" y="3600925"/>
                    <a:pt x="1363685" y="3594245"/>
                    <a:pt x="1363072" y="3581430"/>
                  </a:cubicBezTo>
                  <a:cubicBezTo>
                    <a:pt x="1361231" y="3544347"/>
                    <a:pt x="1362526" y="3507741"/>
                    <a:pt x="1370911" y="3471272"/>
                  </a:cubicBezTo>
                  <a:cubicBezTo>
                    <a:pt x="1386521" y="3403582"/>
                    <a:pt x="1416924" y="3341959"/>
                    <a:pt x="1446644" y="3279927"/>
                  </a:cubicBezTo>
                  <a:cubicBezTo>
                    <a:pt x="1472412" y="3226144"/>
                    <a:pt x="1498451" y="3172360"/>
                    <a:pt x="1521560" y="3117417"/>
                  </a:cubicBezTo>
                  <a:cubicBezTo>
                    <a:pt x="1558915" y="3028459"/>
                    <a:pt x="1553530" y="2939911"/>
                    <a:pt x="1507654" y="2855588"/>
                  </a:cubicBezTo>
                  <a:cubicBezTo>
                    <a:pt x="1479433" y="2803713"/>
                    <a:pt x="1446372" y="2754360"/>
                    <a:pt x="1414538" y="2704530"/>
                  </a:cubicBezTo>
                  <a:cubicBezTo>
                    <a:pt x="1385362" y="2658926"/>
                    <a:pt x="1355233" y="2614005"/>
                    <a:pt x="1334987" y="2563357"/>
                  </a:cubicBezTo>
                  <a:cubicBezTo>
                    <a:pt x="1302335" y="2481556"/>
                    <a:pt x="1309152" y="2403300"/>
                    <a:pt x="1358232" y="2330635"/>
                  </a:cubicBezTo>
                  <a:cubicBezTo>
                    <a:pt x="1389316" y="2284554"/>
                    <a:pt x="1424831" y="2241404"/>
                    <a:pt x="1457892" y="2196618"/>
                  </a:cubicBezTo>
                  <a:cubicBezTo>
                    <a:pt x="1508676" y="2127974"/>
                    <a:pt x="1535466" y="2051695"/>
                    <a:pt x="1530013" y="1965532"/>
                  </a:cubicBezTo>
                  <a:cubicBezTo>
                    <a:pt x="1526263" y="1906295"/>
                    <a:pt x="1508881" y="1850398"/>
                    <a:pt x="1486386" y="1795933"/>
                  </a:cubicBezTo>
                  <a:cubicBezTo>
                    <a:pt x="1458574" y="1728652"/>
                    <a:pt x="1426467" y="1663008"/>
                    <a:pt x="1402404" y="1594432"/>
                  </a:cubicBezTo>
                  <a:cubicBezTo>
                    <a:pt x="1339827" y="1415902"/>
                    <a:pt x="1369070" y="1249030"/>
                    <a:pt x="1474797" y="1094018"/>
                  </a:cubicBezTo>
                  <a:cubicBezTo>
                    <a:pt x="1482500" y="1082702"/>
                    <a:pt x="1491771" y="1072477"/>
                    <a:pt x="1498860" y="1060889"/>
                  </a:cubicBezTo>
                  <a:cubicBezTo>
                    <a:pt x="1501996" y="1055776"/>
                    <a:pt x="1501655" y="1048551"/>
                    <a:pt x="1502882" y="1042279"/>
                  </a:cubicBezTo>
                  <a:cubicBezTo>
                    <a:pt x="1496611" y="1043370"/>
                    <a:pt x="1488908" y="1042484"/>
                    <a:pt x="1484341" y="1045892"/>
                  </a:cubicBezTo>
                  <a:cubicBezTo>
                    <a:pt x="1442691" y="1077045"/>
                    <a:pt x="1406494" y="1113787"/>
                    <a:pt x="1376023" y="1155982"/>
                  </a:cubicBezTo>
                  <a:cubicBezTo>
                    <a:pt x="1304653" y="1254892"/>
                    <a:pt x="1269342" y="1365186"/>
                    <a:pt x="1273841" y="1487478"/>
                  </a:cubicBezTo>
                  <a:cubicBezTo>
                    <a:pt x="1276432" y="1558099"/>
                    <a:pt x="1296677" y="1624630"/>
                    <a:pt x="1323603" y="1689524"/>
                  </a:cubicBezTo>
                  <a:cubicBezTo>
                    <a:pt x="1348552" y="1749716"/>
                    <a:pt x="1375410" y="1809430"/>
                    <a:pt x="1395519" y="1871258"/>
                  </a:cubicBezTo>
                  <a:cubicBezTo>
                    <a:pt x="1424695" y="1960897"/>
                    <a:pt x="1422990" y="2050059"/>
                    <a:pt x="1370297" y="2132541"/>
                  </a:cubicBezTo>
                  <a:cubicBezTo>
                    <a:pt x="1350733" y="2163217"/>
                    <a:pt x="1328170" y="2191983"/>
                    <a:pt x="1306561" y="2221295"/>
                  </a:cubicBezTo>
                  <a:cubicBezTo>
                    <a:pt x="1284339" y="2251425"/>
                    <a:pt x="1260549" y="2280464"/>
                    <a:pt x="1239212" y="2311275"/>
                  </a:cubicBezTo>
                  <a:cubicBezTo>
                    <a:pt x="1177385" y="2400710"/>
                    <a:pt x="1169955" y="2496212"/>
                    <a:pt x="1217944" y="2592804"/>
                  </a:cubicBezTo>
                  <a:cubicBezTo>
                    <a:pt x="1246847" y="2651019"/>
                    <a:pt x="1283998" y="2705144"/>
                    <a:pt x="1317195" y="2761245"/>
                  </a:cubicBezTo>
                  <a:cubicBezTo>
                    <a:pt x="1338804" y="2797783"/>
                    <a:pt x="1361436" y="2833843"/>
                    <a:pt x="1380795" y="2871539"/>
                  </a:cubicBezTo>
                  <a:cubicBezTo>
                    <a:pt x="1416378" y="2941001"/>
                    <a:pt x="1421491" y="3013395"/>
                    <a:pt x="1389520" y="3085311"/>
                  </a:cubicBezTo>
                  <a:cubicBezTo>
                    <a:pt x="1362458" y="3146252"/>
                    <a:pt x="1332260" y="3205830"/>
                    <a:pt x="1302403" y="3265544"/>
                  </a:cubicBezTo>
                  <a:cubicBezTo>
                    <a:pt x="1271592" y="3327099"/>
                    <a:pt x="1239826" y="3388313"/>
                    <a:pt x="1226942" y="3456616"/>
                  </a:cubicBezTo>
                  <a:cubicBezTo>
                    <a:pt x="1221012" y="3488109"/>
                    <a:pt x="1219853" y="3520557"/>
                    <a:pt x="1216376" y="3554231"/>
                  </a:cubicBezTo>
                  <a:cubicBezTo>
                    <a:pt x="1180657" y="3540052"/>
                    <a:pt x="1142620" y="3525260"/>
                    <a:pt x="1104992" y="3509445"/>
                  </a:cubicBezTo>
                  <a:cubicBezTo>
                    <a:pt x="1101379" y="3507946"/>
                    <a:pt x="1097766" y="3499493"/>
                    <a:pt x="1098584" y="3495130"/>
                  </a:cubicBezTo>
                  <a:cubicBezTo>
                    <a:pt x="1105401" y="3459002"/>
                    <a:pt x="1108195" y="3420965"/>
                    <a:pt x="1122033" y="3387563"/>
                  </a:cubicBezTo>
                  <a:cubicBezTo>
                    <a:pt x="1147596" y="3325599"/>
                    <a:pt x="1179839" y="3266362"/>
                    <a:pt x="1209083" y="3205830"/>
                  </a:cubicBezTo>
                  <a:cubicBezTo>
                    <a:pt x="1229328" y="3163975"/>
                    <a:pt x="1251005" y="3122734"/>
                    <a:pt x="1269069" y="3079994"/>
                  </a:cubicBezTo>
                  <a:cubicBezTo>
                    <a:pt x="1301040" y="3004260"/>
                    <a:pt x="1297154" y="2927981"/>
                    <a:pt x="1260549" y="2855384"/>
                  </a:cubicBezTo>
                  <a:cubicBezTo>
                    <a:pt x="1235122" y="2804940"/>
                    <a:pt x="1203902" y="2757360"/>
                    <a:pt x="1175204" y="2708552"/>
                  </a:cubicBezTo>
                  <a:cubicBezTo>
                    <a:pt x="1153390" y="2671537"/>
                    <a:pt x="1130145" y="2635273"/>
                    <a:pt x="1109832" y="2597372"/>
                  </a:cubicBezTo>
                  <a:cubicBezTo>
                    <a:pt x="1055434" y="2495803"/>
                    <a:pt x="1065523" y="2398938"/>
                    <a:pt x="1134440" y="2307526"/>
                  </a:cubicBezTo>
                  <a:cubicBezTo>
                    <a:pt x="1172545" y="2257014"/>
                    <a:pt x="1211673" y="2207252"/>
                    <a:pt x="1248619" y="2155855"/>
                  </a:cubicBezTo>
                  <a:cubicBezTo>
                    <a:pt x="1275682" y="2118226"/>
                    <a:pt x="1295450" y="2076576"/>
                    <a:pt x="1302199" y="2030018"/>
                  </a:cubicBezTo>
                  <a:cubicBezTo>
                    <a:pt x="1309629" y="1978620"/>
                    <a:pt x="1305811" y="1927427"/>
                    <a:pt x="1291087" y="1878211"/>
                  </a:cubicBezTo>
                  <a:cubicBezTo>
                    <a:pt x="1272273" y="1815361"/>
                    <a:pt x="1249710" y="1753601"/>
                    <a:pt x="1227351" y="1691910"/>
                  </a:cubicBezTo>
                  <a:cubicBezTo>
                    <a:pt x="1196949" y="1607792"/>
                    <a:pt x="1183588" y="1521834"/>
                    <a:pt x="1192859" y="1432535"/>
                  </a:cubicBezTo>
                  <a:cubicBezTo>
                    <a:pt x="1204106" y="1324354"/>
                    <a:pt x="1246370" y="1228920"/>
                    <a:pt x="1310992" y="1142621"/>
                  </a:cubicBezTo>
                  <a:cubicBezTo>
                    <a:pt x="1324557" y="1124557"/>
                    <a:pt x="1338327" y="1106697"/>
                    <a:pt x="1352029" y="1088769"/>
                  </a:cubicBezTo>
                  <a:cubicBezTo>
                    <a:pt x="1350938" y="1087406"/>
                    <a:pt x="1349847" y="1086111"/>
                    <a:pt x="1348757" y="1084747"/>
                  </a:cubicBezTo>
                  <a:cubicBezTo>
                    <a:pt x="1332397" y="1095927"/>
                    <a:pt x="1314878" y="1105811"/>
                    <a:pt x="1299881" y="1118558"/>
                  </a:cubicBezTo>
                  <a:cubicBezTo>
                    <a:pt x="1204447" y="1199881"/>
                    <a:pt x="1145551" y="1303359"/>
                    <a:pt x="1118557" y="1425105"/>
                  </a:cubicBezTo>
                  <a:cubicBezTo>
                    <a:pt x="1093062" y="1540034"/>
                    <a:pt x="1111672" y="1650942"/>
                    <a:pt x="1150050" y="1760282"/>
                  </a:cubicBezTo>
                  <a:cubicBezTo>
                    <a:pt x="1168455" y="1812634"/>
                    <a:pt x="1185769" y="1865532"/>
                    <a:pt x="1199675" y="1919247"/>
                  </a:cubicBezTo>
                  <a:cubicBezTo>
                    <a:pt x="1221148" y="2002138"/>
                    <a:pt x="1197903" y="2076099"/>
                    <a:pt x="1147460" y="2143039"/>
                  </a:cubicBezTo>
                  <a:cubicBezTo>
                    <a:pt x="1110581" y="2191983"/>
                    <a:pt x="1073158" y="2240518"/>
                    <a:pt x="1037302" y="2290143"/>
                  </a:cubicBezTo>
                  <a:cubicBezTo>
                    <a:pt x="1008126" y="2330566"/>
                    <a:pt x="984813" y="2374398"/>
                    <a:pt x="975679" y="2424160"/>
                  </a:cubicBezTo>
                  <a:cubicBezTo>
                    <a:pt x="964704" y="2484078"/>
                    <a:pt x="974929" y="2541952"/>
                    <a:pt x="1002060" y="2595190"/>
                  </a:cubicBezTo>
                  <a:cubicBezTo>
                    <a:pt x="1032598" y="2655041"/>
                    <a:pt x="1068250" y="2712233"/>
                    <a:pt x="1101583" y="2770584"/>
                  </a:cubicBezTo>
                  <a:cubicBezTo>
                    <a:pt x="1115626" y="2795192"/>
                    <a:pt x="1129736" y="2819732"/>
                    <a:pt x="1143302" y="2844613"/>
                  </a:cubicBezTo>
                  <a:cubicBezTo>
                    <a:pt x="1183929" y="2919120"/>
                    <a:pt x="1186587" y="2995262"/>
                    <a:pt x="1150186" y="3071814"/>
                  </a:cubicBezTo>
                  <a:cubicBezTo>
                    <a:pt x="1121556" y="3132073"/>
                    <a:pt x="1090949" y="3191379"/>
                    <a:pt x="1061433" y="3251229"/>
                  </a:cubicBezTo>
                  <a:cubicBezTo>
                    <a:pt x="1034098" y="3306581"/>
                    <a:pt x="1008331" y="3362546"/>
                    <a:pt x="998174" y="3424237"/>
                  </a:cubicBezTo>
                  <a:cubicBezTo>
                    <a:pt x="996470" y="3434598"/>
                    <a:pt x="995447" y="3445096"/>
                    <a:pt x="993811" y="3458184"/>
                  </a:cubicBezTo>
                  <a:cubicBezTo>
                    <a:pt x="960205" y="3439438"/>
                    <a:pt x="928235" y="3422055"/>
                    <a:pt x="896878" y="3403650"/>
                  </a:cubicBezTo>
                  <a:cubicBezTo>
                    <a:pt x="893674" y="3401742"/>
                    <a:pt x="892583" y="3393221"/>
                    <a:pt x="893265" y="3388176"/>
                  </a:cubicBezTo>
                  <a:cubicBezTo>
                    <a:pt x="901104" y="3331257"/>
                    <a:pt x="928371" y="3282245"/>
                    <a:pt x="956456" y="3233437"/>
                  </a:cubicBezTo>
                  <a:cubicBezTo>
                    <a:pt x="987744" y="3179108"/>
                    <a:pt x="1021419" y="3125870"/>
                    <a:pt x="1048413" y="3069496"/>
                  </a:cubicBezTo>
                  <a:cubicBezTo>
                    <a:pt x="1086314" y="2990422"/>
                    <a:pt x="1076702" y="2912235"/>
                    <a:pt x="1030962" y="2838069"/>
                  </a:cubicBezTo>
                  <a:cubicBezTo>
                    <a:pt x="1029394" y="2835547"/>
                    <a:pt x="1027486" y="2833229"/>
                    <a:pt x="1025509" y="2830980"/>
                  </a:cubicBezTo>
                  <a:cubicBezTo>
                    <a:pt x="1025032" y="2830435"/>
                    <a:pt x="1023668" y="2830571"/>
                    <a:pt x="1022714" y="2830366"/>
                  </a:cubicBezTo>
                  <a:cubicBezTo>
                    <a:pt x="1025236" y="2848294"/>
                    <a:pt x="1028917" y="2866086"/>
                    <a:pt x="1030076" y="2884014"/>
                  </a:cubicBezTo>
                  <a:cubicBezTo>
                    <a:pt x="1033893" y="2943523"/>
                    <a:pt x="1014125" y="2996966"/>
                    <a:pt x="983109" y="3045978"/>
                  </a:cubicBezTo>
                  <a:cubicBezTo>
                    <a:pt x="955024" y="3090423"/>
                    <a:pt x="923599" y="3132755"/>
                    <a:pt x="893470" y="3175905"/>
                  </a:cubicBezTo>
                  <a:cubicBezTo>
                    <a:pt x="860681" y="3222940"/>
                    <a:pt x="829120" y="3270452"/>
                    <a:pt x="815827" y="3327440"/>
                  </a:cubicBezTo>
                  <a:cubicBezTo>
                    <a:pt x="814260" y="3334120"/>
                    <a:pt x="812692" y="3340800"/>
                    <a:pt x="810374" y="3350753"/>
                  </a:cubicBezTo>
                  <a:cubicBezTo>
                    <a:pt x="765725" y="3317692"/>
                    <a:pt x="723257" y="3286199"/>
                    <a:pt x="680380" y="3254433"/>
                  </a:cubicBezTo>
                  <a:cubicBezTo>
                    <a:pt x="701580" y="3218032"/>
                    <a:pt x="724620" y="3186743"/>
                    <a:pt x="755159" y="3161862"/>
                  </a:cubicBezTo>
                  <a:cubicBezTo>
                    <a:pt x="763475" y="3155045"/>
                    <a:pt x="764566" y="3150819"/>
                    <a:pt x="757613" y="3142639"/>
                  </a:cubicBezTo>
                  <a:cubicBezTo>
                    <a:pt x="743911" y="3126483"/>
                    <a:pt x="731164" y="3109578"/>
                    <a:pt x="715349" y="3089605"/>
                  </a:cubicBezTo>
                  <a:cubicBezTo>
                    <a:pt x="697217" y="3106170"/>
                    <a:pt x="678403" y="3121303"/>
                    <a:pt x="662179" y="3138822"/>
                  </a:cubicBezTo>
                  <a:cubicBezTo>
                    <a:pt x="645751" y="3156545"/>
                    <a:pt x="631845" y="3176586"/>
                    <a:pt x="615008" y="3198059"/>
                  </a:cubicBezTo>
                  <a:cubicBezTo>
                    <a:pt x="580651" y="3165066"/>
                    <a:pt x="546159" y="3131937"/>
                    <a:pt x="511189" y="3098331"/>
                  </a:cubicBezTo>
                  <a:cubicBezTo>
                    <a:pt x="549295" y="3051295"/>
                    <a:pt x="582628" y="3001329"/>
                    <a:pt x="645001" y="2981356"/>
                  </a:cubicBezTo>
                  <a:cubicBezTo>
                    <a:pt x="631231" y="2956407"/>
                    <a:pt x="617939" y="2932344"/>
                    <a:pt x="603896" y="2906986"/>
                  </a:cubicBezTo>
                  <a:cubicBezTo>
                    <a:pt x="535048" y="2925255"/>
                    <a:pt x="494693" y="2978970"/>
                    <a:pt x="448817" y="3031118"/>
                  </a:cubicBezTo>
                  <a:cubicBezTo>
                    <a:pt x="418550" y="2994103"/>
                    <a:pt x="389034" y="2957975"/>
                    <a:pt x="358904" y="2921096"/>
                  </a:cubicBezTo>
                  <a:cubicBezTo>
                    <a:pt x="394351" y="2888785"/>
                    <a:pt x="426799" y="2855861"/>
                    <a:pt x="462995" y="2827776"/>
                  </a:cubicBezTo>
                  <a:cubicBezTo>
                    <a:pt x="481809" y="2813120"/>
                    <a:pt x="507031" y="2806440"/>
                    <a:pt x="529799" y="2797169"/>
                  </a:cubicBezTo>
                  <a:cubicBezTo>
                    <a:pt x="542819" y="2791920"/>
                    <a:pt x="552839" y="2794715"/>
                    <a:pt x="556929" y="2810734"/>
                  </a:cubicBezTo>
                  <a:cubicBezTo>
                    <a:pt x="559792" y="2821845"/>
                    <a:pt x="565587" y="2832275"/>
                    <a:pt x="570086" y="2842977"/>
                  </a:cubicBezTo>
                  <a:cubicBezTo>
                    <a:pt x="584537" y="2877674"/>
                    <a:pt x="601170" y="2887081"/>
                    <a:pt x="638184" y="2884900"/>
                  </a:cubicBezTo>
                  <a:cubicBezTo>
                    <a:pt x="721075" y="2880060"/>
                    <a:pt x="794218" y="2847681"/>
                    <a:pt x="862385" y="2803645"/>
                  </a:cubicBezTo>
                  <a:cubicBezTo>
                    <a:pt x="895378" y="2782309"/>
                    <a:pt x="924895" y="2755587"/>
                    <a:pt x="956251" y="2731661"/>
                  </a:cubicBezTo>
                  <a:cubicBezTo>
                    <a:pt x="965658" y="2724503"/>
                    <a:pt x="965931" y="2718095"/>
                    <a:pt x="960546" y="2707530"/>
                  </a:cubicBezTo>
                  <a:cubicBezTo>
                    <a:pt x="940709" y="2668334"/>
                    <a:pt x="921009" y="2628933"/>
                    <a:pt x="903490" y="2588646"/>
                  </a:cubicBezTo>
                  <a:cubicBezTo>
                    <a:pt x="860818" y="2490759"/>
                    <a:pt x="871452" y="2398256"/>
                    <a:pt x="935051" y="2312230"/>
                  </a:cubicBezTo>
                  <a:cubicBezTo>
                    <a:pt x="975679" y="2257287"/>
                    <a:pt x="1017056" y="2202890"/>
                    <a:pt x="1057002" y="2147402"/>
                  </a:cubicBezTo>
                  <a:cubicBezTo>
                    <a:pt x="1081679" y="2113182"/>
                    <a:pt x="1102265" y="2076304"/>
                    <a:pt x="1110172" y="2034313"/>
                  </a:cubicBezTo>
                  <a:cubicBezTo>
                    <a:pt x="1119307" y="1985710"/>
                    <a:pt x="1114058" y="1937175"/>
                    <a:pt x="1102060" y="1889867"/>
                  </a:cubicBezTo>
                  <a:cubicBezTo>
                    <a:pt x="1087200" y="1831175"/>
                    <a:pt x="1068454" y="1773438"/>
                    <a:pt x="1052912" y="1714883"/>
                  </a:cubicBezTo>
                  <a:cubicBezTo>
                    <a:pt x="1010240" y="1554213"/>
                    <a:pt x="1037779" y="1404041"/>
                    <a:pt x="1123669" y="1263617"/>
                  </a:cubicBezTo>
                  <a:cubicBezTo>
                    <a:pt x="1142893" y="1232192"/>
                    <a:pt x="1165592" y="1202813"/>
                    <a:pt x="1186656" y="1172478"/>
                  </a:cubicBezTo>
                  <a:cubicBezTo>
                    <a:pt x="1188632" y="1169615"/>
                    <a:pt x="1190473" y="1166684"/>
                    <a:pt x="1190609" y="1161094"/>
                  </a:cubicBezTo>
                  <a:cubicBezTo>
                    <a:pt x="1185088" y="1164366"/>
                    <a:pt x="1179089" y="1167025"/>
                    <a:pt x="1174113" y="1170979"/>
                  </a:cubicBezTo>
                  <a:cubicBezTo>
                    <a:pt x="1092176" y="1235260"/>
                    <a:pt x="1036893" y="1318765"/>
                    <a:pt x="999606" y="1414880"/>
                  </a:cubicBezTo>
                  <a:cubicBezTo>
                    <a:pt x="966749" y="1499543"/>
                    <a:pt x="957342" y="1586729"/>
                    <a:pt x="968317" y="1677118"/>
                  </a:cubicBezTo>
                  <a:cubicBezTo>
                    <a:pt x="976701" y="1746376"/>
                    <a:pt x="999197" y="1811816"/>
                    <a:pt x="1015625" y="1878960"/>
                  </a:cubicBezTo>
                  <a:cubicBezTo>
                    <a:pt x="1023396" y="1910726"/>
                    <a:pt x="1028440" y="1943310"/>
                    <a:pt x="1032598" y="1975826"/>
                  </a:cubicBezTo>
                  <a:cubicBezTo>
                    <a:pt x="1038733" y="2024292"/>
                    <a:pt x="1017738" y="2064988"/>
                    <a:pt x="990539" y="2102343"/>
                  </a:cubicBezTo>
                  <a:cubicBezTo>
                    <a:pt x="948208" y="2160422"/>
                    <a:pt x="903558" y="2216864"/>
                    <a:pt x="861227" y="2274942"/>
                  </a:cubicBezTo>
                  <a:cubicBezTo>
                    <a:pt x="829802" y="2318092"/>
                    <a:pt x="803285" y="2364241"/>
                    <a:pt x="794832" y="2418161"/>
                  </a:cubicBezTo>
                  <a:cubicBezTo>
                    <a:pt x="792514" y="2433021"/>
                    <a:pt x="794355" y="2448495"/>
                    <a:pt x="792582" y="2463492"/>
                  </a:cubicBezTo>
                  <a:cubicBezTo>
                    <a:pt x="791764" y="2470581"/>
                    <a:pt x="788765" y="2479239"/>
                    <a:pt x="783653" y="2483601"/>
                  </a:cubicBezTo>
                  <a:cubicBezTo>
                    <a:pt x="701443" y="2554222"/>
                    <a:pt x="606964" y="2594304"/>
                    <a:pt x="497760" y="2596895"/>
                  </a:cubicBezTo>
                  <a:cubicBezTo>
                    <a:pt x="495784" y="2596895"/>
                    <a:pt x="493875" y="2597508"/>
                    <a:pt x="489444" y="2598258"/>
                  </a:cubicBezTo>
                  <a:cubicBezTo>
                    <a:pt x="498647" y="2632750"/>
                    <a:pt x="507645" y="2666629"/>
                    <a:pt x="517597" y="2703985"/>
                  </a:cubicBezTo>
                  <a:cubicBezTo>
                    <a:pt x="422504" y="2707870"/>
                    <a:pt x="371515" y="2784013"/>
                    <a:pt x="301849" y="2835479"/>
                  </a:cubicBezTo>
                  <a:cubicBezTo>
                    <a:pt x="275332" y="2791170"/>
                    <a:pt x="249837" y="2748566"/>
                    <a:pt x="222979" y="2703712"/>
                  </a:cubicBezTo>
                  <a:cubicBezTo>
                    <a:pt x="273968" y="2695260"/>
                    <a:pt x="306211" y="2662130"/>
                    <a:pt x="340227" y="2632137"/>
                  </a:cubicBezTo>
                  <a:cubicBezTo>
                    <a:pt x="380377" y="2596758"/>
                    <a:pt x="425026" y="2573582"/>
                    <a:pt x="480173" y="2576172"/>
                  </a:cubicBezTo>
                  <a:cubicBezTo>
                    <a:pt x="482082" y="2576240"/>
                    <a:pt x="483991" y="2575422"/>
                    <a:pt x="486990" y="2574809"/>
                  </a:cubicBezTo>
                  <a:cubicBezTo>
                    <a:pt x="482423" y="2549655"/>
                    <a:pt x="478128" y="2524842"/>
                    <a:pt x="473493" y="2500166"/>
                  </a:cubicBezTo>
                  <a:cubicBezTo>
                    <a:pt x="467971" y="2471058"/>
                    <a:pt x="467835" y="2470718"/>
                    <a:pt x="437637" y="2472081"/>
                  </a:cubicBezTo>
                  <a:cubicBezTo>
                    <a:pt x="383717" y="2474467"/>
                    <a:pt x="338727" y="2498052"/>
                    <a:pt x="297350" y="2530841"/>
                  </a:cubicBezTo>
                  <a:cubicBezTo>
                    <a:pt x="274786" y="2548769"/>
                    <a:pt x="251132" y="2565333"/>
                    <a:pt x="227956" y="2582443"/>
                  </a:cubicBezTo>
                  <a:cubicBezTo>
                    <a:pt x="225502" y="2584216"/>
                    <a:pt x="222775" y="2585579"/>
                    <a:pt x="220048" y="2586942"/>
                  </a:cubicBezTo>
                  <a:cubicBezTo>
                    <a:pt x="179762" y="2607256"/>
                    <a:pt x="173081" y="2605143"/>
                    <a:pt x="155971" y="2564652"/>
                  </a:cubicBezTo>
                  <a:cubicBezTo>
                    <a:pt x="142747" y="2533499"/>
                    <a:pt x="130341" y="2501938"/>
                    <a:pt x="117662" y="2470581"/>
                  </a:cubicBezTo>
                  <a:cubicBezTo>
                    <a:pt x="116230" y="2466968"/>
                    <a:pt x="115344" y="2463083"/>
                    <a:pt x="113844" y="2457970"/>
                  </a:cubicBezTo>
                  <a:cubicBezTo>
                    <a:pt x="175876" y="2461447"/>
                    <a:pt x="224956" y="2433021"/>
                    <a:pt x="272673" y="2400233"/>
                  </a:cubicBezTo>
                  <a:cubicBezTo>
                    <a:pt x="309688" y="2374739"/>
                    <a:pt x="346021" y="2347335"/>
                    <a:pt x="390534" y="2335747"/>
                  </a:cubicBezTo>
                  <a:cubicBezTo>
                    <a:pt x="411393" y="2330294"/>
                    <a:pt x="432934" y="2327772"/>
                    <a:pt x="456724" y="2323477"/>
                  </a:cubicBezTo>
                  <a:lnTo>
                    <a:pt x="456724" y="2204662"/>
                  </a:lnTo>
                  <a:cubicBezTo>
                    <a:pt x="430889" y="2201663"/>
                    <a:pt x="404781" y="2205412"/>
                    <a:pt x="378809" y="2212092"/>
                  </a:cubicBezTo>
                  <a:cubicBezTo>
                    <a:pt x="331365" y="2224294"/>
                    <a:pt x="290942" y="2250198"/>
                    <a:pt x="250587" y="2276442"/>
                  </a:cubicBezTo>
                  <a:cubicBezTo>
                    <a:pt x="214527" y="2299823"/>
                    <a:pt x="178535" y="2323682"/>
                    <a:pt x="135521" y="2333020"/>
                  </a:cubicBezTo>
                  <a:cubicBezTo>
                    <a:pt x="134022" y="2333361"/>
                    <a:pt x="132658" y="2334043"/>
                    <a:pt x="131159" y="2334384"/>
                  </a:cubicBezTo>
                  <a:cubicBezTo>
                    <a:pt x="76148" y="2345631"/>
                    <a:pt x="72262" y="2343382"/>
                    <a:pt x="58697" y="2289871"/>
                  </a:cubicBezTo>
                  <a:cubicBezTo>
                    <a:pt x="50790" y="2258582"/>
                    <a:pt x="43564" y="2227157"/>
                    <a:pt x="35589" y="2194028"/>
                  </a:cubicBezTo>
                  <a:cubicBezTo>
                    <a:pt x="53721" y="2194028"/>
                    <a:pt x="70149" y="2194369"/>
                    <a:pt x="86509" y="2194028"/>
                  </a:cubicBezTo>
                  <a:cubicBezTo>
                    <a:pt x="143360" y="2192596"/>
                    <a:pt x="193531" y="2170647"/>
                    <a:pt x="241930" y="2143107"/>
                  </a:cubicBezTo>
                  <a:cubicBezTo>
                    <a:pt x="279285" y="2121907"/>
                    <a:pt x="316573" y="2100367"/>
                    <a:pt x="354746" y="2080734"/>
                  </a:cubicBezTo>
                  <a:cubicBezTo>
                    <a:pt x="388898" y="2063147"/>
                    <a:pt x="426049" y="2055717"/>
                    <a:pt x="464359" y="2053263"/>
                  </a:cubicBezTo>
                  <a:cubicBezTo>
                    <a:pt x="468858" y="2052991"/>
                    <a:pt x="476015" y="2048287"/>
                    <a:pt x="476969" y="2044402"/>
                  </a:cubicBezTo>
                  <a:cubicBezTo>
                    <a:pt x="486922" y="2003160"/>
                    <a:pt x="495920" y="1961715"/>
                    <a:pt x="505122" y="1920338"/>
                  </a:cubicBezTo>
                  <a:cubicBezTo>
                    <a:pt x="505395" y="1918974"/>
                    <a:pt x="504850" y="1917407"/>
                    <a:pt x="504168" y="1912362"/>
                  </a:cubicBezTo>
                  <a:cubicBezTo>
                    <a:pt x="483377" y="1913862"/>
                    <a:pt x="462382" y="1914407"/>
                    <a:pt x="441727" y="1917066"/>
                  </a:cubicBezTo>
                  <a:cubicBezTo>
                    <a:pt x="379695" y="1925041"/>
                    <a:pt x="325571" y="1953535"/>
                    <a:pt x="272332" y="1984142"/>
                  </a:cubicBezTo>
                  <a:cubicBezTo>
                    <a:pt x="227206" y="2010114"/>
                    <a:pt x="182420" y="2036903"/>
                    <a:pt x="131295" y="2050332"/>
                  </a:cubicBezTo>
                  <a:cubicBezTo>
                    <a:pt x="92508" y="2060557"/>
                    <a:pt x="53585" y="2060830"/>
                    <a:pt x="12684" y="2055445"/>
                  </a:cubicBezTo>
                  <a:cubicBezTo>
                    <a:pt x="8867" y="2013045"/>
                    <a:pt x="5118" y="1971940"/>
                    <a:pt x="1573" y="1932812"/>
                  </a:cubicBezTo>
                  <a:cubicBezTo>
                    <a:pt x="35861" y="1930699"/>
                    <a:pt x="68581" y="1930426"/>
                    <a:pt x="100824" y="1926336"/>
                  </a:cubicBezTo>
                  <a:cubicBezTo>
                    <a:pt x="159925" y="1918906"/>
                    <a:pt x="212550" y="1892866"/>
                    <a:pt x="265107" y="1866418"/>
                  </a:cubicBezTo>
                  <a:cubicBezTo>
                    <a:pt x="313846" y="1841946"/>
                    <a:pt x="362858" y="1817815"/>
                    <a:pt x="413302" y="1797296"/>
                  </a:cubicBezTo>
                  <a:cubicBezTo>
                    <a:pt x="451952" y="1781550"/>
                    <a:pt x="493670" y="1777664"/>
                    <a:pt x="535661" y="1782027"/>
                  </a:cubicBezTo>
                  <a:cubicBezTo>
                    <a:pt x="543023" y="1782777"/>
                    <a:pt x="549840" y="1784140"/>
                    <a:pt x="554339" y="1774256"/>
                  </a:cubicBezTo>
                  <a:cubicBezTo>
                    <a:pt x="575675" y="1727902"/>
                    <a:pt x="597966" y="1681958"/>
                    <a:pt x="619847" y="1635877"/>
                  </a:cubicBezTo>
                  <a:cubicBezTo>
                    <a:pt x="620870" y="1633696"/>
                    <a:pt x="621211" y="1631174"/>
                    <a:pt x="622029" y="1628038"/>
                  </a:cubicBezTo>
                  <a:cubicBezTo>
                    <a:pt x="552703" y="1613927"/>
                    <a:pt x="484604" y="1617813"/>
                    <a:pt x="420186" y="1643375"/>
                  </a:cubicBezTo>
                  <a:cubicBezTo>
                    <a:pt x="360200" y="1667234"/>
                    <a:pt x="302803" y="1697636"/>
                    <a:pt x="244520" y="1725653"/>
                  </a:cubicBezTo>
                  <a:cubicBezTo>
                    <a:pt x="198303" y="1747875"/>
                    <a:pt x="151336" y="1768121"/>
                    <a:pt x="99802" y="1773165"/>
                  </a:cubicBezTo>
                  <a:cubicBezTo>
                    <a:pt x="70217" y="1776028"/>
                    <a:pt x="40292" y="1774529"/>
                    <a:pt x="10435" y="1775210"/>
                  </a:cubicBezTo>
                  <a:cubicBezTo>
                    <a:pt x="-199" y="1775415"/>
                    <a:pt x="-335" y="1768666"/>
                    <a:pt x="142" y="1761032"/>
                  </a:cubicBezTo>
                  <a:cubicBezTo>
                    <a:pt x="3346" y="1713042"/>
                    <a:pt x="4913" y="1664916"/>
                    <a:pt x="10026" y="1617199"/>
                  </a:cubicBezTo>
                  <a:cubicBezTo>
                    <a:pt x="20660" y="1518085"/>
                    <a:pt x="39610" y="1420401"/>
                    <a:pt x="66809" y="1324422"/>
                  </a:cubicBezTo>
                  <a:cubicBezTo>
                    <a:pt x="94962" y="1225035"/>
                    <a:pt x="130204" y="1128238"/>
                    <a:pt x="175126" y="1035258"/>
                  </a:cubicBezTo>
                  <a:cubicBezTo>
                    <a:pt x="327002" y="720804"/>
                    <a:pt x="550726" y="469882"/>
                    <a:pt x="845139" y="282354"/>
                  </a:cubicBezTo>
                  <a:cubicBezTo>
                    <a:pt x="1028849" y="165380"/>
                    <a:pt x="1227828" y="85216"/>
                    <a:pt x="1440918" y="40089"/>
                  </a:cubicBezTo>
                  <a:cubicBezTo>
                    <a:pt x="1577389" y="10641"/>
                    <a:pt x="1715836" y="-2583"/>
                    <a:pt x="1855578" y="416"/>
                  </a:cubicBezTo>
                  <a:cubicBezTo>
                    <a:pt x="1987072" y="3279"/>
                    <a:pt x="2116862" y="19503"/>
                    <a:pt x="2245016" y="50246"/>
                  </a:cubicBezTo>
                  <a:cubicBezTo>
                    <a:pt x="2350061" y="75400"/>
                    <a:pt x="2452107" y="109006"/>
                    <a:pt x="2550949" y="152224"/>
                  </a:cubicBezTo>
                  <a:cubicBezTo>
                    <a:pt x="2637180" y="189920"/>
                    <a:pt x="2719799" y="234365"/>
                    <a:pt x="2799418" y="284740"/>
                  </a:cubicBezTo>
                  <a:cubicBezTo>
                    <a:pt x="2875219" y="332730"/>
                    <a:pt x="2946794" y="386241"/>
                    <a:pt x="3014621" y="444660"/>
                  </a:cubicBezTo>
                  <a:cubicBezTo>
                    <a:pt x="3077198" y="498580"/>
                    <a:pt x="3135412" y="556863"/>
                    <a:pt x="3190082" y="618963"/>
                  </a:cubicBezTo>
                  <a:cubicBezTo>
                    <a:pt x="3309920" y="754888"/>
                    <a:pt x="3407262" y="905264"/>
                    <a:pt x="3482450" y="1070023"/>
                  </a:cubicBezTo>
                  <a:cubicBezTo>
                    <a:pt x="3549118" y="1216105"/>
                    <a:pt x="3596289" y="1368254"/>
                    <a:pt x="3621306" y="1527014"/>
                  </a:cubicBezTo>
                  <a:cubicBezTo>
                    <a:pt x="3628464" y="1572414"/>
                    <a:pt x="3633508" y="1618154"/>
                    <a:pt x="3639711" y="1663689"/>
                  </a:cubicBezTo>
                  <a:cubicBezTo>
                    <a:pt x="3640257" y="1667575"/>
                    <a:pt x="3641756" y="1671324"/>
                    <a:pt x="3642779" y="1675141"/>
                  </a:cubicBezTo>
                  <a:lnTo>
                    <a:pt x="3642779" y="1775483"/>
                  </a:lnTo>
                  <a:cubicBezTo>
                    <a:pt x="3555661" y="1786867"/>
                    <a:pt x="3475497" y="1764713"/>
                    <a:pt x="3398741" y="1725517"/>
                  </a:cubicBezTo>
                  <a:cubicBezTo>
                    <a:pt x="3362749" y="1707111"/>
                    <a:pt x="3326757" y="1688638"/>
                    <a:pt x="3290560" y="1670574"/>
                  </a:cubicBezTo>
                  <a:cubicBezTo>
                    <a:pt x="3220008" y="1635264"/>
                    <a:pt x="3145774" y="1617063"/>
                    <a:pt x="3066496" y="1623130"/>
                  </a:cubicBezTo>
                  <a:cubicBezTo>
                    <a:pt x="3052180" y="1624221"/>
                    <a:pt x="3037934" y="1626675"/>
                    <a:pt x="3024028" y="1628447"/>
                  </a:cubicBezTo>
                  <a:cubicBezTo>
                    <a:pt x="3047272" y="1679163"/>
                    <a:pt x="3069359" y="1727834"/>
                    <a:pt x="3092126" y="1776233"/>
                  </a:cubicBezTo>
                  <a:cubicBezTo>
                    <a:pt x="3093762" y="1779641"/>
                    <a:pt x="3100647" y="1782027"/>
                    <a:pt x="3105214" y="1782300"/>
                  </a:cubicBezTo>
                  <a:cubicBezTo>
                    <a:pt x="3134390" y="1784276"/>
                    <a:pt x="3163974" y="1783254"/>
                    <a:pt x="3192809" y="1787549"/>
                  </a:cubicBezTo>
                  <a:cubicBezTo>
                    <a:pt x="3247138" y="1795592"/>
                    <a:pt x="3294787" y="1821973"/>
                    <a:pt x="3343117" y="1846445"/>
                  </a:cubicBezTo>
                  <a:cubicBezTo>
                    <a:pt x="3385449" y="1867849"/>
                    <a:pt x="3427644" y="1890071"/>
                    <a:pt x="3471680" y="1907590"/>
                  </a:cubicBezTo>
                  <a:cubicBezTo>
                    <a:pt x="3526350" y="1929336"/>
                    <a:pt x="3583883" y="1937311"/>
                    <a:pt x="3642779" y="1927632"/>
                  </a:cubicBezTo>
                  <a:lnTo>
                    <a:pt x="3642779" y="1982370"/>
                  </a:lnTo>
                  <a:close/>
                  <a:moveTo>
                    <a:pt x="973361" y="710443"/>
                  </a:moveTo>
                  <a:cubicBezTo>
                    <a:pt x="973361" y="713919"/>
                    <a:pt x="973020" y="715146"/>
                    <a:pt x="973361" y="715828"/>
                  </a:cubicBezTo>
                  <a:cubicBezTo>
                    <a:pt x="974929" y="718418"/>
                    <a:pt x="976633" y="720872"/>
                    <a:pt x="978474" y="723258"/>
                  </a:cubicBezTo>
                  <a:cubicBezTo>
                    <a:pt x="1053321" y="821214"/>
                    <a:pt x="1119170" y="924760"/>
                    <a:pt x="1171318" y="1036690"/>
                  </a:cubicBezTo>
                  <a:cubicBezTo>
                    <a:pt x="1184133" y="1064229"/>
                    <a:pt x="1191904" y="1066615"/>
                    <a:pt x="1219853" y="1052913"/>
                  </a:cubicBezTo>
                  <a:cubicBezTo>
                    <a:pt x="1385567" y="971931"/>
                    <a:pt x="1560756" y="926259"/>
                    <a:pt x="1744738" y="916102"/>
                  </a:cubicBezTo>
                  <a:cubicBezTo>
                    <a:pt x="1835809" y="911058"/>
                    <a:pt x="1926949" y="914398"/>
                    <a:pt x="2017406" y="928032"/>
                  </a:cubicBezTo>
                  <a:cubicBezTo>
                    <a:pt x="2158512" y="949231"/>
                    <a:pt x="2293346" y="990541"/>
                    <a:pt x="2421364" y="1053936"/>
                  </a:cubicBezTo>
                  <a:cubicBezTo>
                    <a:pt x="2446790" y="1066547"/>
                    <a:pt x="2455447" y="1063343"/>
                    <a:pt x="2467308" y="1037167"/>
                  </a:cubicBezTo>
                  <a:cubicBezTo>
                    <a:pt x="2514821" y="932599"/>
                    <a:pt x="2575762" y="836143"/>
                    <a:pt x="2644678" y="744526"/>
                  </a:cubicBezTo>
                  <a:cubicBezTo>
                    <a:pt x="2652381" y="734301"/>
                    <a:pt x="2659812" y="723803"/>
                    <a:pt x="2669832" y="710034"/>
                  </a:cubicBezTo>
                  <a:cubicBezTo>
                    <a:pt x="2541201" y="719304"/>
                    <a:pt x="2428453" y="758500"/>
                    <a:pt x="2326475" y="837574"/>
                  </a:cubicBezTo>
                  <a:cubicBezTo>
                    <a:pt x="2365126" y="728030"/>
                    <a:pt x="2416728" y="630074"/>
                    <a:pt x="2480601" y="534572"/>
                  </a:cubicBezTo>
                  <a:cubicBezTo>
                    <a:pt x="2318227" y="552159"/>
                    <a:pt x="2176372" y="605397"/>
                    <a:pt x="2060351" y="720191"/>
                  </a:cubicBezTo>
                  <a:cubicBezTo>
                    <a:pt x="2034243" y="651819"/>
                    <a:pt x="2009090" y="585629"/>
                    <a:pt x="1983527" y="519643"/>
                  </a:cubicBezTo>
                  <a:cubicBezTo>
                    <a:pt x="1979983" y="510577"/>
                    <a:pt x="1985163" y="506692"/>
                    <a:pt x="1990480" y="501988"/>
                  </a:cubicBezTo>
                  <a:cubicBezTo>
                    <a:pt x="2040515" y="457748"/>
                    <a:pt x="2090617" y="413508"/>
                    <a:pt x="2140584" y="369199"/>
                  </a:cubicBezTo>
                  <a:cubicBezTo>
                    <a:pt x="2146651" y="363814"/>
                    <a:pt x="2152172" y="357679"/>
                    <a:pt x="2160012" y="349840"/>
                  </a:cubicBezTo>
                  <a:cubicBezTo>
                    <a:pt x="2152854" y="348749"/>
                    <a:pt x="2149923" y="348135"/>
                    <a:pt x="2146924" y="347931"/>
                  </a:cubicBezTo>
                  <a:cubicBezTo>
                    <a:pt x="2075757" y="342887"/>
                    <a:pt x="2004659" y="337638"/>
                    <a:pt x="1933493" y="333139"/>
                  </a:cubicBezTo>
                  <a:cubicBezTo>
                    <a:pt x="1922518" y="332457"/>
                    <a:pt x="1916724" y="329321"/>
                    <a:pt x="1912225" y="318619"/>
                  </a:cubicBezTo>
                  <a:cubicBezTo>
                    <a:pt x="1884344" y="252361"/>
                    <a:pt x="1855646" y="186512"/>
                    <a:pt x="1827152" y="120594"/>
                  </a:cubicBezTo>
                  <a:cubicBezTo>
                    <a:pt x="1825312" y="116368"/>
                    <a:pt x="1822790" y="112414"/>
                    <a:pt x="1819518" y="106279"/>
                  </a:cubicBezTo>
                  <a:cubicBezTo>
                    <a:pt x="1816654" y="111528"/>
                    <a:pt x="1814950" y="113982"/>
                    <a:pt x="1813792" y="116709"/>
                  </a:cubicBezTo>
                  <a:cubicBezTo>
                    <a:pt x="1784616" y="184058"/>
                    <a:pt x="1755168" y="251202"/>
                    <a:pt x="1726742" y="318824"/>
                  </a:cubicBezTo>
                  <a:cubicBezTo>
                    <a:pt x="1722175" y="329730"/>
                    <a:pt x="1715972" y="332662"/>
                    <a:pt x="1705338" y="333275"/>
                  </a:cubicBezTo>
                  <a:cubicBezTo>
                    <a:pt x="1641193" y="337092"/>
                    <a:pt x="1577116" y="341387"/>
                    <a:pt x="1512971" y="345750"/>
                  </a:cubicBezTo>
                  <a:cubicBezTo>
                    <a:pt x="1502814" y="346431"/>
                    <a:pt x="1492725" y="348272"/>
                    <a:pt x="1478615" y="350112"/>
                  </a:cubicBezTo>
                  <a:cubicBezTo>
                    <a:pt x="1488022" y="359042"/>
                    <a:pt x="1494361" y="365314"/>
                    <a:pt x="1501042" y="371244"/>
                  </a:cubicBezTo>
                  <a:cubicBezTo>
                    <a:pt x="1550599" y="415280"/>
                    <a:pt x="1600156" y="459316"/>
                    <a:pt x="1650055" y="503011"/>
                  </a:cubicBezTo>
                  <a:cubicBezTo>
                    <a:pt x="1657076" y="509146"/>
                    <a:pt x="1657348" y="514463"/>
                    <a:pt x="1654213" y="522643"/>
                  </a:cubicBezTo>
                  <a:cubicBezTo>
                    <a:pt x="1635671" y="570223"/>
                    <a:pt x="1617675" y="618077"/>
                    <a:pt x="1599475" y="665793"/>
                  </a:cubicBezTo>
                  <a:cubicBezTo>
                    <a:pt x="1592726" y="683449"/>
                    <a:pt x="1585909" y="701104"/>
                    <a:pt x="1578616" y="720191"/>
                  </a:cubicBezTo>
                  <a:cubicBezTo>
                    <a:pt x="1461437" y="605806"/>
                    <a:pt x="1320195" y="552159"/>
                    <a:pt x="1158366" y="534368"/>
                  </a:cubicBezTo>
                  <a:cubicBezTo>
                    <a:pt x="1222375" y="630278"/>
                    <a:pt x="1273500" y="728439"/>
                    <a:pt x="1312492" y="837301"/>
                  </a:cubicBezTo>
                  <a:cubicBezTo>
                    <a:pt x="1210650" y="758500"/>
                    <a:pt x="1097970" y="719236"/>
                    <a:pt x="973361" y="710238"/>
                  </a:cubicBezTo>
                  <a:close/>
                  <a:moveTo>
                    <a:pt x="1748556" y="1447600"/>
                  </a:moveTo>
                  <a:cubicBezTo>
                    <a:pt x="1736286" y="1440715"/>
                    <a:pt x="1725243" y="1434921"/>
                    <a:pt x="1714472" y="1428513"/>
                  </a:cubicBezTo>
                  <a:cubicBezTo>
                    <a:pt x="1699407" y="1419515"/>
                    <a:pt x="1683661" y="1416243"/>
                    <a:pt x="1666551" y="1421697"/>
                  </a:cubicBezTo>
                  <a:cubicBezTo>
                    <a:pt x="1657417" y="1424628"/>
                    <a:pt x="1648282" y="1427491"/>
                    <a:pt x="1639080" y="1430217"/>
                  </a:cubicBezTo>
                  <a:cubicBezTo>
                    <a:pt x="1601997" y="1441329"/>
                    <a:pt x="1566346" y="1442760"/>
                    <a:pt x="1530422" y="1423196"/>
                  </a:cubicBezTo>
                  <a:cubicBezTo>
                    <a:pt x="1495043" y="1403905"/>
                    <a:pt x="1467026" y="1421219"/>
                    <a:pt x="1461437" y="1461710"/>
                  </a:cubicBezTo>
                  <a:cubicBezTo>
                    <a:pt x="1455506" y="1504656"/>
                    <a:pt x="1460210" y="1546783"/>
                    <a:pt x="1471116" y="1588024"/>
                  </a:cubicBezTo>
                  <a:cubicBezTo>
                    <a:pt x="1505132" y="1716382"/>
                    <a:pt x="1570981" y="1824222"/>
                    <a:pt x="1680866" y="1901864"/>
                  </a:cubicBezTo>
                  <a:cubicBezTo>
                    <a:pt x="1723948" y="1932335"/>
                    <a:pt x="1772278" y="1950127"/>
                    <a:pt x="1825721" y="1948491"/>
                  </a:cubicBezTo>
                  <a:cubicBezTo>
                    <a:pt x="1874528" y="1946991"/>
                    <a:pt x="1918564" y="1929336"/>
                    <a:pt x="1958510" y="1901864"/>
                  </a:cubicBezTo>
                  <a:cubicBezTo>
                    <a:pt x="2041196" y="1845150"/>
                    <a:pt x="2097434" y="1767030"/>
                    <a:pt x="2137925" y="1676709"/>
                  </a:cubicBezTo>
                  <a:cubicBezTo>
                    <a:pt x="2164238" y="1618017"/>
                    <a:pt x="2181143" y="1556531"/>
                    <a:pt x="2179507" y="1491772"/>
                  </a:cubicBezTo>
                  <a:cubicBezTo>
                    <a:pt x="2179030" y="1471799"/>
                    <a:pt x="2173304" y="1450667"/>
                    <a:pt x="2164647" y="1432603"/>
                  </a:cubicBezTo>
                  <a:cubicBezTo>
                    <a:pt x="2154967" y="1412289"/>
                    <a:pt x="2137653" y="1411608"/>
                    <a:pt x="2118021" y="1421492"/>
                  </a:cubicBezTo>
                  <a:cubicBezTo>
                    <a:pt x="2103024" y="1429059"/>
                    <a:pt x="2086255" y="1434376"/>
                    <a:pt x="2069758" y="1437239"/>
                  </a:cubicBezTo>
                  <a:cubicBezTo>
                    <a:pt x="2041605" y="1442147"/>
                    <a:pt x="2014816" y="1434989"/>
                    <a:pt x="1988504" y="1424287"/>
                  </a:cubicBezTo>
                  <a:cubicBezTo>
                    <a:pt x="1960555" y="1412903"/>
                    <a:pt x="1948421" y="1418425"/>
                    <a:pt x="1934788" y="1445487"/>
                  </a:cubicBezTo>
                  <a:cubicBezTo>
                    <a:pt x="1929812" y="1455439"/>
                    <a:pt x="1925790" y="1466073"/>
                    <a:pt x="1919314" y="1474935"/>
                  </a:cubicBezTo>
                  <a:cubicBezTo>
                    <a:pt x="1913588" y="1482774"/>
                    <a:pt x="1904999" y="1488637"/>
                    <a:pt x="1895796" y="1497021"/>
                  </a:cubicBezTo>
                  <a:cubicBezTo>
                    <a:pt x="1892320" y="1487818"/>
                    <a:pt x="1890275" y="1483251"/>
                    <a:pt x="1888775" y="1478548"/>
                  </a:cubicBezTo>
                  <a:cubicBezTo>
                    <a:pt x="1872688" y="1427423"/>
                    <a:pt x="1871870" y="1375752"/>
                    <a:pt x="1878073" y="1322582"/>
                  </a:cubicBezTo>
                  <a:cubicBezTo>
                    <a:pt x="1882981" y="1281136"/>
                    <a:pt x="1903636" y="1254824"/>
                    <a:pt x="1938810" y="1236964"/>
                  </a:cubicBezTo>
                  <a:cubicBezTo>
                    <a:pt x="2006772" y="1202472"/>
                    <a:pt x="2076575" y="1201926"/>
                    <a:pt x="2147810" y="1225853"/>
                  </a:cubicBezTo>
                  <a:cubicBezTo>
                    <a:pt x="2154354" y="1228034"/>
                    <a:pt x="2161784" y="1227625"/>
                    <a:pt x="2168873" y="1228375"/>
                  </a:cubicBezTo>
                  <a:cubicBezTo>
                    <a:pt x="2168396" y="1221149"/>
                    <a:pt x="2169419" y="1213447"/>
                    <a:pt x="2167169" y="1206834"/>
                  </a:cubicBezTo>
                  <a:cubicBezTo>
                    <a:pt x="2149582" y="1154959"/>
                    <a:pt x="2117475" y="1112832"/>
                    <a:pt x="2074735" y="1079499"/>
                  </a:cubicBezTo>
                  <a:cubicBezTo>
                    <a:pt x="1989390" y="1012968"/>
                    <a:pt x="1891706" y="987814"/>
                    <a:pt x="1784480" y="995858"/>
                  </a:cubicBezTo>
                  <a:cubicBezTo>
                    <a:pt x="1709087" y="1001516"/>
                    <a:pt x="1639966" y="1024488"/>
                    <a:pt x="1578343" y="1068524"/>
                  </a:cubicBezTo>
                  <a:cubicBezTo>
                    <a:pt x="1527218" y="1105061"/>
                    <a:pt x="1488567" y="1151483"/>
                    <a:pt x="1469685" y="1212492"/>
                  </a:cubicBezTo>
                  <a:cubicBezTo>
                    <a:pt x="1468390" y="1216787"/>
                    <a:pt x="1468253" y="1223808"/>
                    <a:pt x="1470707" y="1226194"/>
                  </a:cubicBezTo>
                  <a:cubicBezTo>
                    <a:pt x="1473229" y="1228648"/>
                    <a:pt x="1479978" y="1227966"/>
                    <a:pt x="1484545" y="1226944"/>
                  </a:cubicBezTo>
                  <a:cubicBezTo>
                    <a:pt x="1510108" y="1221286"/>
                    <a:pt x="1535193" y="1212833"/>
                    <a:pt x="1561029" y="1209629"/>
                  </a:cubicBezTo>
                  <a:cubicBezTo>
                    <a:pt x="1615971" y="1202949"/>
                    <a:pt x="1667573" y="1214674"/>
                    <a:pt x="1714609" y="1244599"/>
                  </a:cubicBezTo>
                  <a:cubicBezTo>
                    <a:pt x="1738672" y="1259936"/>
                    <a:pt x="1756872" y="1278819"/>
                    <a:pt x="1757417" y="1309835"/>
                  </a:cubicBezTo>
                  <a:cubicBezTo>
                    <a:pt x="1757622" y="1320878"/>
                    <a:pt x="1760621" y="1331853"/>
                    <a:pt x="1761439" y="1342896"/>
                  </a:cubicBezTo>
                  <a:cubicBezTo>
                    <a:pt x="1764030" y="1377865"/>
                    <a:pt x="1761644" y="1412289"/>
                    <a:pt x="1748488" y="1447532"/>
                  </a:cubicBezTo>
                  <a:close/>
                  <a:moveTo>
                    <a:pt x="598102" y="1204585"/>
                  </a:moveTo>
                  <a:cubicBezTo>
                    <a:pt x="596057" y="1194837"/>
                    <a:pt x="594694" y="1187475"/>
                    <a:pt x="592990" y="1180181"/>
                  </a:cubicBezTo>
                  <a:cubicBezTo>
                    <a:pt x="565791" y="1065388"/>
                    <a:pt x="508735" y="969477"/>
                    <a:pt x="412961" y="898652"/>
                  </a:cubicBezTo>
                  <a:cubicBezTo>
                    <a:pt x="405803" y="893335"/>
                    <a:pt x="393806" y="889722"/>
                    <a:pt x="385626" y="891767"/>
                  </a:cubicBezTo>
                  <a:cubicBezTo>
                    <a:pt x="374106" y="894630"/>
                    <a:pt x="375469" y="907445"/>
                    <a:pt x="375810" y="917738"/>
                  </a:cubicBezTo>
                  <a:cubicBezTo>
                    <a:pt x="377718" y="972476"/>
                    <a:pt x="375946" y="1026942"/>
                    <a:pt x="365244" y="1080998"/>
                  </a:cubicBezTo>
                  <a:cubicBezTo>
                    <a:pt x="342885" y="1194019"/>
                    <a:pt x="294282" y="1295588"/>
                    <a:pt x="231637" y="1391090"/>
                  </a:cubicBezTo>
                  <a:cubicBezTo>
                    <a:pt x="178398" y="1472208"/>
                    <a:pt x="116026" y="1546101"/>
                    <a:pt x="50517" y="1617472"/>
                  </a:cubicBezTo>
                  <a:cubicBezTo>
                    <a:pt x="47041" y="1621289"/>
                    <a:pt x="44109" y="1625516"/>
                    <a:pt x="40906" y="1629606"/>
                  </a:cubicBezTo>
                  <a:cubicBezTo>
                    <a:pt x="41451" y="1631242"/>
                    <a:pt x="41928" y="1632946"/>
                    <a:pt x="42473" y="1634582"/>
                  </a:cubicBezTo>
                  <a:cubicBezTo>
                    <a:pt x="66400" y="1636559"/>
                    <a:pt x="90395" y="1640308"/>
                    <a:pt x="114321" y="1640103"/>
                  </a:cubicBezTo>
                  <a:cubicBezTo>
                    <a:pt x="163197" y="1639694"/>
                    <a:pt x="208596" y="1623471"/>
                    <a:pt x="252837" y="1604384"/>
                  </a:cubicBezTo>
                  <a:cubicBezTo>
                    <a:pt x="306211" y="1581343"/>
                    <a:pt x="358700" y="1556122"/>
                    <a:pt x="412688" y="1534581"/>
                  </a:cubicBezTo>
                  <a:cubicBezTo>
                    <a:pt x="496124" y="1501247"/>
                    <a:pt x="581606" y="1490136"/>
                    <a:pt x="668996" y="1519584"/>
                  </a:cubicBezTo>
                  <a:cubicBezTo>
                    <a:pt x="678744" y="1522856"/>
                    <a:pt x="682561" y="1517744"/>
                    <a:pt x="687196" y="1511132"/>
                  </a:cubicBezTo>
                  <a:cubicBezTo>
                    <a:pt x="769065" y="1395384"/>
                    <a:pt x="864635" y="1292657"/>
                    <a:pt x="976565" y="1205335"/>
                  </a:cubicBezTo>
                  <a:cubicBezTo>
                    <a:pt x="995515" y="1190542"/>
                    <a:pt x="1014875" y="1176227"/>
                    <a:pt x="1037234" y="1159254"/>
                  </a:cubicBezTo>
                  <a:cubicBezTo>
                    <a:pt x="881268" y="1101585"/>
                    <a:pt x="737435" y="1122307"/>
                    <a:pt x="598102" y="1204721"/>
                  </a:cubicBezTo>
                  <a:close/>
                  <a:moveTo>
                    <a:pt x="3599834" y="1630833"/>
                  </a:moveTo>
                  <a:cubicBezTo>
                    <a:pt x="3594721" y="1624698"/>
                    <a:pt x="3591722" y="1620812"/>
                    <a:pt x="3588450" y="1617267"/>
                  </a:cubicBezTo>
                  <a:cubicBezTo>
                    <a:pt x="3528054" y="1551623"/>
                    <a:pt x="3470385" y="1483728"/>
                    <a:pt x="3420009" y="1409904"/>
                  </a:cubicBezTo>
                  <a:cubicBezTo>
                    <a:pt x="3317555" y="1259664"/>
                    <a:pt x="3251364" y="1097972"/>
                    <a:pt x="3262953" y="911603"/>
                  </a:cubicBezTo>
                  <a:cubicBezTo>
                    <a:pt x="3263362" y="904855"/>
                    <a:pt x="3258863" y="893607"/>
                    <a:pt x="3253955" y="891835"/>
                  </a:cubicBezTo>
                  <a:cubicBezTo>
                    <a:pt x="3247547" y="889449"/>
                    <a:pt x="3236708" y="892039"/>
                    <a:pt x="3230642" y="896470"/>
                  </a:cubicBezTo>
                  <a:cubicBezTo>
                    <a:pt x="3150886" y="953867"/>
                    <a:pt x="3096693" y="1030555"/>
                    <a:pt x="3064451" y="1122785"/>
                  </a:cubicBezTo>
                  <a:cubicBezTo>
                    <a:pt x="3055248" y="1149165"/>
                    <a:pt x="3048909" y="1176500"/>
                    <a:pt x="3041001" y="1204244"/>
                  </a:cubicBezTo>
                  <a:cubicBezTo>
                    <a:pt x="2975902" y="1163957"/>
                    <a:pt x="2905894" y="1138054"/>
                    <a:pt x="2829684" y="1129874"/>
                  </a:cubicBezTo>
                  <a:cubicBezTo>
                    <a:pt x="2753269" y="1121694"/>
                    <a:pt x="2679307" y="1129874"/>
                    <a:pt x="2604869" y="1159799"/>
                  </a:cubicBezTo>
                  <a:cubicBezTo>
                    <a:pt x="2611004" y="1164775"/>
                    <a:pt x="2614412" y="1167502"/>
                    <a:pt x="2617821" y="1170297"/>
                  </a:cubicBezTo>
                  <a:cubicBezTo>
                    <a:pt x="2665742" y="1210038"/>
                    <a:pt x="2715368" y="1247871"/>
                    <a:pt x="2761176" y="1289862"/>
                  </a:cubicBezTo>
                  <a:cubicBezTo>
                    <a:pt x="2832683" y="1355438"/>
                    <a:pt x="2894511" y="1429877"/>
                    <a:pt x="2949385" y="1509973"/>
                  </a:cubicBezTo>
                  <a:cubicBezTo>
                    <a:pt x="2955793" y="1519312"/>
                    <a:pt x="2961587" y="1520948"/>
                    <a:pt x="2973039" y="1518289"/>
                  </a:cubicBezTo>
                  <a:cubicBezTo>
                    <a:pt x="3001941" y="1511609"/>
                    <a:pt x="3031321" y="1504724"/>
                    <a:pt x="3060838" y="1503156"/>
                  </a:cubicBezTo>
                  <a:cubicBezTo>
                    <a:pt x="3135412" y="1499202"/>
                    <a:pt x="3204193" y="1523129"/>
                    <a:pt x="3271542" y="1552100"/>
                  </a:cubicBezTo>
                  <a:cubicBezTo>
                    <a:pt x="3329075" y="1576845"/>
                    <a:pt x="3386199" y="1602748"/>
                    <a:pt x="3444754" y="1624766"/>
                  </a:cubicBezTo>
                  <a:cubicBezTo>
                    <a:pt x="3493834" y="1643239"/>
                    <a:pt x="3545164" y="1645557"/>
                    <a:pt x="3599902" y="1630901"/>
                  </a:cubicBezTo>
                  <a:close/>
                  <a:moveTo>
                    <a:pt x="1684274" y="1346986"/>
                  </a:moveTo>
                  <a:cubicBezTo>
                    <a:pt x="1686456" y="1330353"/>
                    <a:pt x="1678889" y="1318969"/>
                    <a:pt x="1668800" y="1309766"/>
                  </a:cubicBezTo>
                  <a:cubicBezTo>
                    <a:pt x="1621765" y="1266889"/>
                    <a:pt x="1566482" y="1255369"/>
                    <a:pt x="1505404" y="1269343"/>
                  </a:cubicBezTo>
                  <a:cubicBezTo>
                    <a:pt x="1488158" y="1273297"/>
                    <a:pt x="1473638" y="1283113"/>
                    <a:pt x="1472071" y="1302200"/>
                  </a:cubicBezTo>
                  <a:cubicBezTo>
                    <a:pt x="1470366" y="1322854"/>
                    <a:pt x="1479024" y="1340237"/>
                    <a:pt x="1495247" y="1353189"/>
                  </a:cubicBezTo>
                  <a:cubicBezTo>
                    <a:pt x="1557007" y="1310653"/>
                    <a:pt x="1619788" y="1329603"/>
                    <a:pt x="1684274" y="1346986"/>
                  </a:cubicBezTo>
                  <a:close/>
                  <a:moveTo>
                    <a:pt x="2144879" y="1353802"/>
                  </a:moveTo>
                  <a:cubicBezTo>
                    <a:pt x="2161170" y="1339624"/>
                    <a:pt x="2170509" y="1323195"/>
                    <a:pt x="2166828" y="1302541"/>
                  </a:cubicBezTo>
                  <a:cubicBezTo>
                    <a:pt x="2163147" y="1281750"/>
                    <a:pt x="2146651" y="1272070"/>
                    <a:pt x="2127837" y="1269752"/>
                  </a:cubicBezTo>
                  <a:cubicBezTo>
                    <a:pt x="2105546" y="1267026"/>
                    <a:pt x="2082574" y="1265526"/>
                    <a:pt x="2060351" y="1267639"/>
                  </a:cubicBezTo>
                  <a:cubicBezTo>
                    <a:pt x="2029199" y="1270639"/>
                    <a:pt x="2000910" y="1282841"/>
                    <a:pt x="1977597" y="1304790"/>
                  </a:cubicBezTo>
                  <a:cubicBezTo>
                    <a:pt x="1970030" y="1311880"/>
                    <a:pt x="1964441" y="1334443"/>
                    <a:pt x="1971053" y="1339010"/>
                  </a:cubicBezTo>
                  <a:cubicBezTo>
                    <a:pt x="1976165" y="1342487"/>
                    <a:pt x="1986049" y="1339215"/>
                    <a:pt x="1993821" y="1338533"/>
                  </a:cubicBezTo>
                  <a:cubicBezTo>
                    <a:pt x="1996820" y="1338260"/>
                    <a:pt x="1999683" y="1337033"/>
                    <a:pt x="2002614" y="1336352"/>
                  </a:cubicBezTo>
                  <a:cubicBezTo>
                    <a:pt x="2051490" y="1325649"/>
                    <a:pt x="2100297" y="1316106"/>
                    <a:pt x="2144879" y="1353734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66"/>
            <p:cNvSpPr/>
            <p:nvPr/>
          </p:nvSpPr>
          <p:spPr>
            <a:xfrm>
              <a:off x="5906632" y="2255185"/>
              <a:ext cx="381053" cy="148379"/>
            </a:xfrm>
            <a:custGeom>
              <a:avLst/>
              <a:gdLst/>
              <a:ahLst/>
              <a:cxnLst/>
              <a:rect l="l" t="t" r="r" b="b"/>
              <a:pathLst>
                <a:path w="381053" h="148379" extrusionOk="0">
                  <a:moveTo>
                    <a:pt x="379622" y="148380"/>
                  </a:moveTo>
                  <a:cubicBezTo>
                    <a:pt x="253649" y="127248"/>
                    <a:pt x="127677" y="127384"/>
                    <a:pt x="1704" y="148380"/>
                  </a:cubicBezTo>
                  <a:cubicBezTo>
                    <a:pt x="1159" y="146812"/>
                    <a:pt x="545" y="145244"/>
                    <a:pt x="0" y="143608"/>
                  </a:cubicBezTo>
                  <a:cubicBezTo>
                    <a:pt x="2795" y="140745"/>
                    <a:pt x="5317" y="137473"/>
                    <a:pt x="8453" y="135019"/>
                  </a:cubicBezTo>
                  <a:cubicBezTo>
                    <a:pt x="66122" y="90642"/>
                    <a:pt x="123791" y="46265"/>
                    <a:pt x="181938" y="2434"/>
                  </a:cubicBezTo>
                  <a:cubicBezTo>
                    <a:pt x="185687" y="-429"/>
                    <a:pt x="195026" y="-906"/>
                    <a:pt x="198570" y="1752"/>
                  </a:cubicBezTo>
                  <a:cubicBezTo>
                    <a:pt x="257944" y="46402"/>
                    <a:pt x="316840" y="91733"/>
                    <a:pt x="375736" y="136996"/>
                  </a:cubicBezTo>
                  <a:cubicBezTo>
                    <a:pt x="377918" y="138632"/>
                    <a:pt x="379281" y="141290"/>
                    <a:pt x="381053" y="143471"/>
                  </a:cubicBezTo>
                  <a:cubicBezTo>
                    <a:pt x="380576" y="145107"/>
                    <a:pt x="380099" y="146744"/>
                    <a:pt x="379622" y="14838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66"/>
            <p:cNvSpPr/>
            <p:nvPr/>
          </p:nvSpPr>
          <p:spPr>
            <a:xfrm>
              <a:off x="5951145" y="3313559"/>
              <a:ext cx="286028" cy="105097"/>
            </a:xfrm>
            <a:custGeom>
              <a:avLst/>
              <a:gdLst/>
              <a:ahLst/>
              <a:cxnLst/>
              <a:rect l="l" t="t" r="r" b="b"/>
              <a:pathLst>
                <a:path w="286028" h="105097" extrusionOk="0">
                  <a:moveTo>
                    <a:pt x="286028" y="8760"/>
                  </a:moveTo>
                  <a:cubicBezTo>
                    <a:pt x="265101" y="30641"/>
                    <a:pt x="245333" y="53886"/>
                    <a:pt x="222974" y="74200"/>
                  </a:cubicBezTo>
                  <a:cubicBezTo>
                    <a:pt x="177370" y="115577"/>
                    <a:pt x="111453" y="115373"/>
                    <a:pt x="65713" y="73723"/>
                  </a:cubicBezTo>
                  <a:cubicBezTo>
                    <a:pt x="43695" y="53682"/>
                    <a:pt x="24336" y="30778"/>
                    <a:pt x="0" y="5283"/>
                  </a:cubicBezTo>
                  <a:cubicBezTo>
                    <a:pt x="8998" y="2965"/>
                    <a:pt x="15269" y="-375"/>
                    <a:pt x="21200" y="34"/>
                  </a:cubicBezTo>
                  <a:cubicBezTo>
                    <a:pt x="67008" y="3170"/>
                    <a:pt x="112816" y="9578"/>
                    <a:pt x="158624" y="9918"/>
                  </a:cubicBezTo>
                  <a:cubicBezTo>
                    <a:pt x="194753" y="10259"/>
                    <a:pt x="230950" y="3238"/>
                    <a:pt x="267215" y="102"/>
                  </a:cubicBezTo>
                  <a:cubicBezTo>
                    <a:pt x="273281" y="-443"/>
                    <a:pt x="279553" y="2079"/>
                    <a:pt x="285756" y="3170"/>
                  </a:cubicBezTo>
                  <a:cubicBezTo>
                    <a:pt x="285824" y="5010"/>
                    <a:pt x="285892" y="6851"/>
                    <a:pt x="286028" y="876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66"/>
            <p:cNvSpPr/>
            <p:nvPr/>
          </p:nvSpPr>
          <p:spPr>
            <a:xfrm>
              <a:off x="6007907" y="3192187"/>
              <a:ext cx="177153" cy="58216"/>
            </a:xfrm>
            <a:custGeom>
              <a:avLst/>
              <a:gdLst/>
              <a:ahLst/>
              <a:cxnLst/>
              <a:rect l="l" t="t" r="r" b="b"/>
              <a:pathLst>
                <a:path w="177153" h="58216" extrusionOk="0">
                  <a:moveTo>
                    <a:pt x="88638" y="58216"/>
                  </a:moveTo>
                  <a:cubicBezTo>
                    <a:pt x="70233" y="52558"/>
                    <a:pt x="53532" y="47378"/>
                    <a:pt x="36831" y="42197"/>
                  </a:cubicBezTo>
                  <a:cubicBezTo>
                    <a:pt x="28174" y="39470"/>
                    <a:pt x="19313" y="37221"/>
                    <a:pt x="11201" y="33471"/>
                  </a:cubicBezTo>
                  <a:cubicBezTo>
                    <a:pt x="6702" y="31358"/>
                    <a:pt x="2339" y="27200"/>
                    <a:pt x="89" y="22769"/>
                  </a:cubicBezTo>
                  <a:cubicBezTo>
                    <a:pt x="-729" y="21201"/>
                    <a:pt x="4248" y="15134"/>
                    <a:pt x="7656" y="13226"/>
                  </a:cubicBezTo>
                  <a:cubicBezTo>
                    <a:pt x="25448" y="3273"/>
                    <a:pt x="42966" y="-3407"/>
                    <a:pt x="64984" y="2796"/>
                  </a:cubicBezTo>
                  <a:cubicBezTo>
                    <a:pt x="79572" y="6886"/>
                    <a:pt x="97159" y="5932"/>
                    <a:pt x="112020" y="2115"/>
                  </a:cubicBezTo>
                  <a:cubicBezTo>
                    <a:pt x="134446" y="-3611"/>
                    <a:pt x="152647" y="2933"/>
                    <a:pt x="170643" y="14044"/>
                  </a:cubicBezTo>
                  <a:cubicBezTo>
                    <a:pt x="179778" y="19702"/>
                    <a:pt x="179028" y="28018"/>
                    <a:pt x="170098" y="31358"/>
                  </a:cubicBezTo>
                  <a:cubicBezTo>
                    <a:pt x="143308" y="41242"/>
                    <a:pt x="115905" y="49354"/>
                    <a:pt x="88706" y="58216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1F11-6C98-247A-E639-C974403B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400" b="1" dirty="0">
                <a:solidFill>
                  <a:srgbClr val="339933"/>
                </a:solidFill>
              </a:rPr>
              <a:t>5-Month moving average symmetrical technique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435A3-B46F-3360-261F-7CE3CAA7E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913011"/>
          </a:xfrm>
        </p:spPr>
        <p:txBody>
          <a:bodyPr/>
          <a:lstStyle/>
          <a:p>
            <a:r>
              <a:rPr lang="en-US" sz="1000" b="1" dirty="0">
                <a:solidFill>
                  <a:schemeClr val="tx1"/>
                </a:solidFill>
              </a:rPr>
              <a:t>Excel Formula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=FORECAST.LINEAR(forecast period(X), G2:G10, B2:B10)</a:t>
            </a:r>
          </a:p>
          <a:p>
            <a:pPr marL="114300" indent="0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Example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11 → The next time period (Nov) 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G2:G10 → Known sales values (dependent variable) 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B2:B10 → Month numbers (Jan to Oct)</a:t>
            </a:r>
          </a:p>
          <a:p>
            <a:pPr marL="114300" indent="0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SG" dirty="0"/>
          </a:p>
          <a:p>
            <a:pPr marL="114300" indent="0">
              <a:buNone/>
            </a:pP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026D1-3A1D-F388-35E9-70140D641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6" y="2543495"/>
            <a:ext cx="6030686" cy="215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8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6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6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9" name="Google Shape;68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6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7" name="Google Shape;69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6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5" name="Google Shape;70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9"/>
            </a:gs>
            <a:gs pos="80000">
              <a:srgbClr val="DFDAD9"/>
            </a:gs>
            <a:gs pos="100000">
              <a:srgbClr val="ECEAE9"/>
            </a:gs>
          </a:gsLst>
          <a:lin ang="5400012" scaled="0"/>
        </a:gradFill>
        <a:effectLst/>
      </p:bgPr>
    </p:bg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92"/>
          <p:cNvGrpSpPr/>
          <p:nvPr/>
        </p:nvGrpSpPr>
        <p:grpSpPr>
          <a:xfrm>
            <a:off x="1285024" y="604343"/>
            <a:ext cx="6073967" cy="3774449"/>
            <a:chOff x="1506541" y="2020158"/>
            <a:chExt cx="3764700" cy="3157479"/>
          </a:xfrm>
        </p:grpSpPr>
        <p:sp>
          <p:nvSpPr>
            <p:cNvPr id="997" name="Google Shape;997;p92"/>
            <p:cNvSpPr txBox="1"/>
            <p:nvPr/>
          </p:nvSpPr>
          <p:spPr>
            <a:xfrm>
              <a:off x="1506541" y="2545057"/>
              <a:ext cx="3764700" cy="2632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lvl="0"/>
              <a:r>
                <a:rPr lang="en-US" sz="2000" b="1" u="sng" dirty="0">
                  <a:latin typeface="Calibri"/>
                  <a:ea typeface="Calibri"/>
                  <a:cs typeface="Calibri"/>
                  <a:sym typeface="Calibri"/>
                </a:rPr>
                <a:t>Forecast Highlights:</a:t>
              </a:r>
              <a:r>
                <a:rPr lang="en-US" sz="2000" u="sng" dirty="0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dirty="0">
                  <a:latin typeface="Calibri"/>
                  <a:ea typeface="Calibri"/>
                  <a:cs typeface="Calibri"/>
                  <a:sym typeface="Calibri"/>
                </a:rPr>
                <a:t>Revenue may remain flat in the near term under expected scenarios due to tariff-related cost increases and labor challenges. Strategic efforts like “Back to Starbucks” and digital enhancements help</a:t>
              </a:r>
            </a:p>
            <a:p>
              <a:r>
                <a:rPr lang="en-US" sz="2000" dirty="0">
                  <a:latin typeface="Calibri"/>
                  <a:ea typeface="Calibri"/>
                  <a:cs typeface="Calibri"/>
                  <a:sym typeface="Calibri"/>
                </a:rPr>
                <a:t>stabilize the outlook.</a:t>
              </a:r>
            </a:p>
            <a:p>
              <a:r>
                <a:rPr lang="en-SG" sz="2000" b="1" u="sng" dirty="0">
                  <a:latin typeface="Calibri"/>
                  <a:ea typeface="Calibri"/>
                  <a:cs typeface="Calibri"/>
                  <a:sym typeface="Calibri"/>
                </a:rPr>
                <a:t>Strategic Priorities:</a:t>
              </a:r>
              <a:endParaRPr lang="en-SG" sz="2000" u="sng" dirty="0">
                <a:latin typeface="Calibri"/>
                <a:ea typeface="Calibri"/>
                <a:cs typeface="Calibri"/>
                <a:sym typeface="Calibri"/>
              </a:endParaRPr>
            </a:p>
            <a:p>
              <a:r>
                <a:rPr lang="en-US" sz="2000" dirty="0">
                  <a:latin typeface="Calibri"/>
                  <a:ea typeface="Calibri"/>
                  <a:cs typeface="Calibri"/>
                  <a:sym typeface="Calibri"/>
                </a:rPr>
                <a:t>Balance U.S. market saturation with high-growth opportunities in Asia-Pacific.</a:t>
              </a:r>
            </a:p>
            <a:p>
              <a:pPr lvl="0"/>
              <a:endParaRPr lang="en-US" sz="2000" dirty="0">
                <a:latin typeface="Calibri"/>
                <a:ea typeface="Calibri"/>
                <a:cs typeface="Calibri"/>
                <a:sym typeface="Calibri"/>
              </a:endParaRPr>
            </a:p>
            <a:p>
              <a:pPr lvl="0"/>
              <a:endParaRPr lang="en-US" sz="2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92"/>
            <p:cNvSpPr txBox="1"/>
            <p:nvPr/>
          </p:nvSpPr>
          <p:spPr>
            <a:xfrm>
              <a:off x="1506552" y="2020158"/>
              <a:ext cx="32316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" sz="2800" dirty="0">
                  <a:solidFill>
                    <a:srgbClr val="339933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Conclusion</a:t>
              </a:r>
              <a:endParaRPr sz="2800" i="0" u="none" strike="noStrike" cap="none" dirty="0">
                <a:solidFill>
                  <a:srgbClr val="339933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000" name="Google Shape;1000;p92"/>
          <p:cNvGrpSpPr/>
          <p:nvPr/>
        </p:nvGrpSpPr>
        <p:grpSpPr>
          <a:xfrm>
            <a:off x="8267574" y="117110"/>
            <a:ext cx="670271" cy="688708"/>
            <a:chOff x="4276278" y="1615753"/>
            <a:chExt cx="3642778" cy="3628601"/>
          </a:xfrm>
        </p:grpSpPr>
        <p:sp>
          <p:nvSpPr>
            <p:cNvPr id="1001" name="Google Shape;1001;p92"/>
            <p:cNvSpPr/>
            <p:nvPr/>
          </p:nvSpPr>
          <p:spPr>
            <a:xfrm>
              <a:off x="4276278" y="1615753"/>
              <a:ext cx="3642778" cy="3628601"/>
            </a:xfrm>
            <a:custGeom>
              <a:avLst/>
              <a:gdLst/>
              <a:ahLst/>
              <a:cxnLst/>
              <a:rect l="l" t="t" r="r" b="b"/>
              <a:pathLst>
                <a:path w="3642778" h="3628601" extrusionOk="0">
                  <a:moveTo>
                    <a:pt x="3642779" y="1982233"/>
                  </a:moveTo>
                  <a:cubicBezTo>
                    <a:pt x="3640666" y="1999752"/>
                    <a:pt x="3638007" y="2017203"/>
                    <a:pt x="3636508" y="2034722"/>
                  </a:cubicBezTo>
                  <a:cubicBezTo>
                    <a:pt x="3634667" y="2056126"/>
                    <a:pt x="3634804" y="2055922"/>
                    <a:pt x="3613467" y="2057762"/>
                  </a:cubicBezTo>
                  <a:cubicBezTo>
                    <a:pt x="3549867" y="2063147"/>
                    <a:pt x="3490971" y="2047878"/>
                    <a:pt x="3435483" y="2017885"/>
                  </a:cubicBezTo>
                  <a:cubicBezTo>
                    <a:pt x="3395878" y="1996480"/>
                    <a:pt x="3356751" y="1974189"/>
                    <a:pt x="3316941" y="1953194"/>
                  </a:cubicBezTo>
                  <a:cubicBezTo>
                    <a:pt x="3268815" y="1927768"/>
                    <a:pt x="3217145" y="1914884"/>
                    <a:pt x="3162816" y="1912635"/>
                  </a:cubicBezTo>
                  <a:cubicBezTo>
                    <a:pt x="3156340" y="1912362"/>
                    <a:pt x="3149864" y="1912635"/>
                    <a:pt x="3141616" y="1912635"/>
                  </a:cubicBezTo>
                  <a:cubicBezTo>
                    <a:pt x="3152318" y="1960215"/>
                    <a:pt x="3162543" y="2005683"/>
                    <a:pt x="3172495" y="2050059"/>
                  </a:cubicBezTo>
                  <a:cubicBezTo>
                    <a:pt x="3198194" y="2054831"/>
                    <a:pt x="3223757" y="2058171"/>
                    <a:pt x="3248569" y="2064511"/>
                  </a:cubicBezTo>
                  <a:cubicBezTo>
                    <a:pt x="3296218" y="2076713"/>
                    <a:pt x="3337255" y="2103366"/>
                    <a:pt x="3378973" y="2128111"/>
                  </a:cubicBezTo>
                  <a:cubicBezTo>
                    <a:pt x="3426962" y="2156536"/>
                    <a:pt x="3475702" y="2183530"/>
                    <a:pt x="3532144" y="2190961"/>
                  </a:cubicBezTo>
                  <a:cubicBezTo>
                    <a:pt x="3550072" y="2193346"/>
                    <a:pt x="3568409" y="2192937"/>
                    <a:pt x="3586610" y="2193619"/>
                  </a:cubicBezTo>
                  <a:cubicBezTo>
                    <a:pt x="3594653" y="2193892"/>
                    <a:pt x="3602697" y="2193619"/>
                    <a:pt x="3612854" y="2193619"/>
                  </a:cubicBezTo>
                  <a:cubicBezTo>
                    <a:pt x="3601129" y="2239632"/>
                    <a:pt x="3589813" y="2285099"/>
                    <a:pt x="3577475" y="2330362"/>
                  </a:cubicBezTo>
                  <a:cubicBezTo>
                    <a:pt x="3576521" y="2333838"/>
                    <a:pt x="3568273" y="2337042"/>
                    <a:pt x="3563297" y="2337315"/>
                  </a:cubicBezTo>
                  <a:cubicBezTo>
                    <a:pt x="3514898" y="2339837"/>
                    <a:pt x="3472021" y="2323068"/>
                    <a:pt x="3431598" y="2298255"/>
                  </a:cubicBezTo>
                  <a:cubicBezTo>
                    <a:pt x="3399287" y="2278419"/>
                    <a:pt x="3367453" y="2257628"/>
                    <a:pt x="3334460" y="2239018"/>
                  </a:cubicBezTo>
                  <a:cubicBezTo>
                    <a:pt x="3292810" y="2215569"/>
                    <a:pt x="3247956" y="2202344"/>
                    <a:pt x="3199626" y="2203503"/>
                  </a:cubicBezTo>
                  <a:cubicBezTo>
                    <a:pt x="3197581" y="2203503"/>
                    <a:pt x="3195604" y="2203503"/>
                    <a:pt x="3193559" y="2203776"/>
                  </a:cubicBezTo>
                  <a:cubicBezTo>
                    <a:pt x="3192673" y="2203912"/>
                    <a:pt x="3191786" y="2204526"/>
                    <a:pt x="3190082" y="2205276"/>
                  </a:cubicBezTo>
                  <a:lnTo>
                    <a:pt x="3190082" y="2324431"/>
                  </a:lnTo>
                  <a:cubicBezTo>
                    <a:pt x="3207669" y="2326749"/>
                    <a:pt x="3224779" y="2327908"/>
                    <a:pt x="3241412" y="2331316"/>
                  </a:cubicBezTo>
                  <a:cubicBezTo>
                    <a:pt x="3282380" y="2339769"/>
                    <a:pt x="3317418" y="2360969"/>
                    <a:pt x="3351502" y="2384077"/>
                  </a:cubicBezTo>
                  <a:cubicBezTo>
                    <a:pt x="3368680" y="2395734"/>
                    <a:pt x="3385790" y="2407527"/>
                    <a:pt x="3403308" y="2418638"/>
                  </a:cubicBezTo>
                  <a:cubicBezTo>
                    <a:pt x="3442436" y="2443451"/>
                    <a:pt x="3484155" y="2460356"/>
                    <a:pt x="3533984" y="2457425"/>
                  </a:cubicBezTo>
                  <a:cubicBezTo>
                    <a:pt x="3531871" y="2463901"/>
                    <a:pt x="3530644" y="2468605"/>
                    <a:pt x="3528804" y="2473035"/>
                  </a:cubicBezTo>
                  <a:cubicBezTo>
                    <a:pt x="3513125" y="2510868"/>
                    <a:pt x="3496834" y="2548496"/>
                    <a:pt x="3481837" y="2586601"/>
                  </a:cubicBezTo>
                  <a:cubicBezTo>
                    <a:pt x="3476997" y="2598940"/>
                    <a:pt x="3470589" y="2600371"/>
                    <a:pt x="3458728" y="2597644"/>
                  </a:cubicBezTo>
                  <a:cubicBezTo>
                    <a:pt x="3425463" y="2589942"/>
                    <a:pt x="3400036" y="2569287"/>
                    <a:pt x="3373315" y="2550064"/>
                  </a:cubicBezTo>
                  <a:cubicBezTo>
                    <a:pt x="3342981" y="2528319"/>
                    <a:pt x="3312510" y="2506369"/>
                    <a:pt x="3279926" y="2488441"/>
                  </a:cubicBezTo>
                  <a:cubicBezTo>
                    <a:pt x="3252660" y="2473376"/>
                    <a:pt x="3221166" y="2470922"/>
                    <a:pt x="3189878" y="2471536"/>
                  </a:cubicBezTo>
                  <a:cubicBezTo>
                    <a:pt x="3181152" y="2471672"/>
                    <a:pt x="3177880" y="2474331"/>
                    <a:pt x="3176449" y="2483465"/>
                  </a:cubicBezTo>
                  <a:cubicBezTo>
                    <a:pt x="3171814" y="2513867"/>
                    <a:pt x="3165883" y="2544133"/>
                    <a:pt x="3160430" y="2574400"/>
                  </a:cubicBezTo>
                  <a:cubicBezTo>
                    <a:pt x="3178221" y="2576444"/>
                    <a:pt x="3195945" y="2577331"/>
                    <a:pt x="3213123" y="2580739"/>
                  </a:cubicBezTo>
                  <a:cubicBezTo>
                    <a:pt x="3255045" y="2589055"/>
                    <a:pt x="3286675" y="2615368"/>
                    <a:pt x="3317895" y="2642294"/>
                  </a:cubicBezTo>
                  <a:cubicBezTo>
                    <a:pt x="3333642" y="2655791"/>
                    <a:pt x="3349184" y="2669970"/>
                    <a:pt x="3366635" y="2680876"/>
                  </a:cubicBezTo>
                  <a:cubicBezTo>
                    <a:pt x="3383540" y="2691306"/>
                    <a:pt x="3402831" y="2697918"/>
                    <a:pt x="3422668" y="2706916"/>
                  </a:cubicBezTo>
                  <a:cubicBezTo>
                    <a:pt x="3397991" y="2748021"/>
                    <a:pt x="3372429" y="2790557"/>
                    <a:pt x="3345298" y="2835752"/>
                  </a:cubicBezTo>
                  <a:cubicBezTo>
                    <a:pt x="3328529" y="2822050"/>
                    <a:pt x="3313669" y="2810121"/>
                    <a:pt x="3299013" y="2797987"/>
                  </a:cubicBezTo>
                  <a:cubicBezTo>
                    <a:pt x="3274882" y="2777946"/>
                    <a:pt x="3251637" y="2756678"/>
                    <a:pt x="3226552" y="2738000"/>
                  </a:cubicBezTo>
                  <a:cubicBezTo>
                    <a:pt x="3198535" y="2717073"/>
                    <a:pt x="3165679" y="2706712"/>
                    <a:pt x="3129959" y="2703099"/>
                  </a:cubicBezTo>
                  <a:cubicBezTo>
                    <a:pt x="3139639" y="2667447"/>
                    <a:pt x="3148909" y="2633228"/>
                    <a:pt x="3157839" y="2600371"/>
                  </a:cubicBezTo>
                  <a:cubicBezTo>
                    <a:pt x="3123347" y="2594918"/>
                    <a:pt x="3091172" y="2591714"/>
                    <a:pt x="3059815" y="2584556"/>
                  </a:cubicBezTo>
                  <a:cubicBezTo>
                    <a:pt x="2985309" y="2567515"/>
                    <a:pt x="2920346" y="2531318"/>
                    <a:pt x="2862813" y="2481488"/>
                  </a:cubicBezTo>
                  <a:cubicBezTo>
                    <a:pt x="2859404" y="2478557"/>
                    <a:pt x="2855587" y="2473240"/>
                    <a:pt x="2855928" y="2469422"/>
                  </a:cubicBezTo>
                  <a:cubicBezTo>
                    <a:pt x="2862676" y="2393484"/>
                    <a:pt x="2828525" y="2331725"/>
                    <a:pt x="2786602" y="2273511"/>
                  </a:cubicBezTo>
                  <a:cubicBezTo>
                    <a:pt x="2746997" y="2218500"/>
                    <a:pt x="2704529" y="2165466"/>
                    <a:pt x="2664243" y="2110864"/>
                  </a:cubicBezTo>
                  <a:cubicBezTo>
                    <a:pt x="2643520" y="2082780"/>
                    <a:pt x="2624910" y="2052991"/>
                    <a:pt x="2618298" y="2017748"/>
                  </a:cubicBezTo>
                  <a:cubicBezTo>
                    <a:pt x="2611140" y="1980052"/>
                    <a:pt x="2618025" y="1942969"/>
                    <a:pt x="2626546" y="1906636"/>
                  </a:cubicBezTo>
                  <a:cubicBezTo>
                    <a:pt x="2640248" y="1848149"/>
                    <a:pt x="2658994" y="1790820"/>
                    <a:pt x="2671332" y="1732061"/>
                  </a:cubicBezTo>
                  <a:cubicBezTo>
                    <a:pt x="2713936" y="1528719"/>
                    <a:pt x="2655176" y="1354484"/>
                    <a:pt x="2514616" y="1205335"/>
                  </a:cubicBezTo>
                  <a:cubicBezTo>
                    <a:pt x="2498392" y="1188088"/>
                    <a:pt x="2478283" y="1174523"/>
                    <a:pt x="2460014" y="1159254"/>
                  </a:cubicBezTo>
                  <a:cubicBezTo>
                    <a:pt x="2458651" y="1160617"/>
                    <a:pt x="2457356" y="1161981"/>
                    <a:pt x="2455992" y="1163344"/>
                  </a:cubicBezTo>
                  <a:cubicBezTo>
                    <a:pt x="2461446" y="1170774"/>
                    <a:pt x="2466899" y="1178341"/>
                    <a:pt x="2472421" y="1185703"/>
                  </a:cubicBezTo>
                  <a:cubicBezTo>
                    <a:pt x="2531181" y="1264163"/>
                    <a:pt x="2578148" y="1348622"/>
                    <a:pt x="2601188" y="1444737"/>
                  </a:cubicBezTo>
                  <a:cubicBezTo>
                    <a:pt x="2625319" y="1545215"/>
                    <a:pt x="2617753" y="1644398"/>
                    <a:pt x="2588373" y="1742831"/>
                  </a:cubicBezTo>
                  <a:cubicBezTo>
                    <a:pt x="2572353" y="1796546"/>
                    <a:pt x="2556743" y="1850398"/>
                    <a:pt x="2543587" y="1904864"/>
                  </a:cubicBezTo>
                  <a:cubicBezTo>
                    <a:pt x="2522319" y="1992731"/>
                    <a:pt x="2536430" y="2074395"/>
                    <a:pt x="2591781" y="2147674"/>
                  </a:cubicBezTo>
                  <a:cubicBezTo>
                    <a:pt x="2632954" y="2202208"/>
                    <a:pt x="2673854" y="2256946"/>
                    <a:pt x="2713868" y="2312434"/>
                  </a:cubicBezTo>
                  <a:cubicBezTo>
                    <a:pt x="2737658" y="2345427"/>
                    <a:pt x="2756745" y="2381282"/>
                    <a:pt x="2766016" y="2421297"/>
                  </a:cubicBezTo>
                  <a:cubicBezTo>
                    <a:pt x="2777604" y="2471263"/>
                    <a:pt x="2770924" y="2520548"/>
                    <a:pt x="2752314" y="2567174"/>
                  </a:cubicBezTo>
                  <a:cubicBezTo>
                    <a:pt x="2733023" y="2615436"/>
                    <a:pt x="2709642" y="2662130"/>
                    <a:pt x="2687351" y="2709165"/>
                  </a:cubicBezTo>
                  <a:cubicBezTo>
                    <a:pt x="2683125" y="2718027"/>
                    <a:pt x="2683602" y="2723140"/>
                    <a:pt x="2690828" y="2729888"/>
                  </a:cubicBezTo>
                  <a:cubicBezTo>
                    <a:pt x="2768674" y="2802009"/>
                    <a:pt x="2856678" y="2855861"/>
                    <a:pt x="2961519" y="2878220"/>
                  </a:cubicBezTo>
                  <a:cubicBezTo>
                    <a:pt x="2983468" y="2882923"/>
                    <a:pt x="3006577" y="2883196"/>
                    <a:pt x="3029208" y="2883537"/>
                  </a:cubicBezTo>
                  <a:cubicBezTo>
                    <a:pt x="3051908" y="2883877"/>
                    <a:pt x="3066837" y="2870789"/>
                    <a:pt x="3075698" y="2850476"/>
                  </a:cubicBezTo>
                  <a:cubicBezTo>
                    <a:pt x="3081560" y="2837047"/>
                    <a:pt x="3088514" y="2823891"/>
                    <a:pt x="3092399" y="2809848"/>
                  </a:cubicBezTo>
                  <a:cubicBezTo>
                    <a:pt x="3096625" y="2794579"/>
                    <a:pt x="3105624" y="2793215"/>
                    <a:pt x="3118507" y="2795942"/>
                  </a:cubicBezTo>
                  <a:cubicBezTo>
                    <a:pt x="3147887" y="2802145"/>
                    <a:pt x="3174268" y="2814620"/>
                    <a:pt x="3196558" y="2834525"/>
                  </a:cubicBezTo>
                  <a:cubicBezTo>
                    <a:pt x="3218099" y="2853748"/>
                    <a:pt x="3238344" y="2874402"/>
                    <a:pt x="3259204" y="2894307"/>
                  </a:cubicBezTo>
                  <a:cubicBezTo>
                    <a:pt x="3267997" y="2902692"/>
                    <a:pt x="3277063" y="2910735"/>
                    <a:pt x="3288311" y="2921028"/>
                  </a:cubicBezTo>
                  <a:cubicBezTo>
                    <a:pt x="3259340" y="2957021"/>
                    <a:pt x="3229960" y="2993422"/>
                    <a:pt x="3199353" y="3031391"/>
                  </a:cubicBezTo>
                  <a:cubicBezTo>
                    <a:pt x="3153886" y="2980879"/>
                    <a:pt x="3113803" y="2925936"/>
                    <a:pt x="3043660" y="2906577"/>
                  </a:cubicBezTo>
                  <a:cubicBezTo>
                    <a:pt x="3030163" y="2930776"/>
                    <a:pt x="3016734" y="2954771"/>
                    <a:pt x="3002146" y="2980879"/>
                  </a:cubicBezTo>
                  <a:cubicBezTo>
                    <a:pt x="3063428" y="3001465"/>
                    <a:pt x="3098261" y="3050409"/>
                    <a:pt x="3136708" y="3098808"/>
                  </a:cubicBezTo>
                  <a:cubicBezTo>
                    <a:pt x="3101602" y="3132209"/>
                    <a:pt x="3066905" y="3165270"/>
                    <a:pt x="3031458" y="3199081"/>
                  </a:cubicBezTo>
                  <a:cubicBezTo>
                    <a:pt x="3002214" y="3157840"/>
                    <a:pt x="2972562" y="3119599"/>
                    <a:pt x="2929753" y="3091105"/>
                  </a:cubicBezTo>
                  <a:cubicBezTo>
                    <a:pt x="2913938" y="3111487"/>
                    <a:pt x="2898532" y="3131323"/>
                    <a:pt x="2882104" y="3152592"/>
                  </a:cubicBezTo>
                  <a:cubicBezTo>
                    <a:pt x="2917823" y="3179995"/>
                    <a:pt x="2944477" y="3214351"/>
                    <a:pt x="2967176" y="3254842"/>
                  </a:cubicBezTo>
                  <a:cubicBezTo>
                    <a:pt x="2924095" y="3286471"/>
                    <a:pt x="2881491" y="3317828"/>
                    <a:pt x="2836569" y="3350821"/>
                  </a:cubicBezTo>
                  <a:cubicBezTo>
                    <a:pt x="2819936" y="3252183"/>
                    <a:pt x="2757427" y="3182108"/>
                    <a:pt x="2704461" y="3106783"/>
                  </a:cubicBezTo>
                  <a:cubicBezTo>
                    <a:pt x="2676172" y="3066565"/>
                    <a:pt x="2648837" y="3025869"/>
                    <a:pt x="2632000" y="2979175"/>
                  </a:cubicBezTo>
                  <a:cubicBezTo>
                    <a:pt x="2615776" y="2934253"/>
                    <a:pt x="2612299" y="2888581"/>
                    <a:pt x="2623342" y="2841955"/>
                  </a:cubicBezTo>
                  <a:cubicBezTo>
                    <a:pt x="2624092" y="2838683"/>
                    <a:pt x="2624092" y="2835206"/>
                    <a:pt x="2624978" y="2827231"/>
                  </a:cubicBezTo>
                  <a:cubicBezTo>
                    <a:pt x="2619798" y="2834252"/>
                    <a:pt x="2616935" y="2837524"/>
                    <a:pt x="2614753" y="2841137"/>
                  </a:cubicBezTo>
                  <a:cubicBezTo>
                    <a:pt x="2568468" y="2916870"/>
                    <a:pt x="2562537" y="2996012"/>
                    <a:pt x="2601393" y="3075563"/>
                  </a:cubicBezTo>
                  <a:cubicBezTo>
                    <a:pt x="2626887" y="3127710"/>
                    <a:pt x="2657698" y="3177268"/>
                    <a:pt x="2686806" y="3227643"/>
                  </a:cubicBezTo>
                  <a:cubicBezTo>
                    <a:pt x="2712709" y="3272429"/>
                    <a:pt x="2738136" y="3317146"/>
                    <a:pt x="2749519" y="3368408"/>
                  </a:cubicBezTo>
                  <a:cubicBezTo>
                    <a:pt x="2756404" y="3399628"/>
                    <a:pt x="2756949" y="3399697"/>
                    <a:pt x="2729819" y="3415102"/>
                  </a:cubicBezTo>
                  <a:cubicBezTo>
                    <a:pt x="2704802" y="3429281"/>
                    <a:pt x="2679512" y="3443051"/>
                    <a:pt x="2652722" y="3457911"/>
                  </a:cubicBezTo>
                  <a:cubicBezTo>
                    <a:pt x="2649791" y="3439506"/>
                    <a:pt x="2647814" y="3423146"/>
                    <a:pt x="2644474" y="3407059"/>
                  </a:cubicBezTo>
                  <a:cubicBezTo>
                    <a:pt x="2632681" y="3350616"/>
                    <a:pt x="2608550" y="3298809"/>
                    <a:pt x="2583124" y="3247548"/>
                  </a:cubicBezTo>
                  <a:cubicBezTo>
                    <a:pt x="2552858" y="3186334"/>
                    <a:pt x="2521705" y="3125529"/>
                    <a:pt x="2492871" y="3063702"/>
                  </a:cubicBezTo>
                  <a:cubicBezTo>
                    <a:pt x="2459469" y="2991990"/>
                    <a:pt x="2462332" y="2919938"/>
                    <a:pt x="2500437" y="2850816"/>
                  </a:cubicBezTo>
                  <a:cubicBezTo>
                    <a:pt x="2531658" y="2794170"/>
                    <a:pt x="2566355" y="2739432"/>
                    <a:pt x="2598325" y="2683126"/>
                  </a:cubicBezTo>
                  <a:cubicBezTo>
                    <a:pt x="2616526" y="2651087"/>
                    <a:pt x="2634113" y="2618435"/>
                    <a:pt x="2648769" y="2584693"/>
                  </a:cubicBezTo>
                  <a:cubicBezTo>
                    <a:pt x="2689191" y="2491917"/>
                    <a:pt x="2682239" y="2401596"/>
                    <a:pt x="2625933" y="2317410"/>
                  </a:cubicBezTo>
                  <a:cubicBezTo>
                    <a:pt x="2591372" y="2265740"/>
                    <a:pt x="2552449" y="2216932"/>
                    <a:pt x="2515638" y="2166761"/>
                  </a:cubicBezTo>
                  <a:cubicBezTo>
                    <a:pt x="2504868" y="2152037"/>
                    <a:pt x="2494779" y="2136904"/>
                    <a:pt x="2484214" y="2122044"/>
                  </a:cubicBezTo>
                  <a:cubicBezTo>
                    <a:pt x="2432679" y="2049173"/>
                    <a:pt x="2428862" y="1969622"/>
                    <a:pt x="2453470" y="1887209"/>
                  </a:cubicBezTo>
                  <a:cubicBezTo>
                    <a:pt x="2468944" y="1835470"/>
                    <a:pt x="2487486" y="1784617"/>
                    <a:pt x="2504664" y="1733356"/>
                  </a:cubicBezTo>
                  <a:cubicBezTo>
                    <a:pt x="2526545" y="1668188"/>
                    <a:pt x="2540656" y="1601180"/>
                    <a:pt x="2538883" y="1532468"/>
                  </a:cubicBezTo>
                  <a:cubicBezTo>
                    <a:pt x="2534521" y="1359869"/>
                    <a:pt x="2466558" y="1217264"/>
                    <a:pt x="2332065" y="1107583"/>
                  </a:cubicBezTo>
                  <a:cubicBezTo>
                    <a:pt x="2323885" y="1100903"/>
                    <a:pt x="2314410" y="1095722"/>
                    <a:pt x="2305480" y="1090064"/>
                  </a:cubicBezTo>
                  <a:cubicBezTo>
                    <a:pt x="2302549" y="1088224"/>
                    <a:pt x="2299208" y="1086997"/>
                    <a:pt x="2293755" y="1087338"/>
                  </a:cubicBezTo>
                  <a:cubicBezTo>
                    <a:pt x="2297436" y="1092655"/>
                    <a:pt x="2300776" y="1098244"/>
                    <a:pt x="2304798" y="1103289"/>
                  </a:cubicBezTo>
                  <a:cubicBezTo>
                    <a:pt x="2364512" y="1177727"/>
                    <a:pt x="2414751" y="1257210"/>
                    <a:pt x="2438269" y="1351144"/>
                  </a:cubicBezTo>
                  <a:cubicBezTo>
                    <a:pt x="2467308" y="1467028"/>
                    <a:pt x="2459810" y="1580526"/>
                    <a:pt x="2418432" y="1692456"/>
                  </a:cubicBezTo>
                  <a:cubicBezTo>
                    <a:pt x="2396006" y="1753056"/>
                    <a:pt x="2374056" y="1813929"/>
                    <a:pt x="2355651" y="1875825"/>
                  </a:cubicBezTo>
                  <a:cubicBezTo>
                    <a:pt x="2321363" y="1990959"/>
                    <a:pt x="2343858" y="2095390"/>
                    <a:pt x="2419728" y="2188984"/>
                  </a:cubicBezTo>
                  <a:cubicBezTo>
                    <a:pt x="2455379" y="2233019"/>
                    <a:pt x="2489326" y="2278555"/>
                    <a:pt x="2522251" y="2324704"/>
                  </a:cubicBezTo>
                  <a:cubicBezTo>
                    <a:pt x="2546518" y="2358719"/>
                    <a:pt x="2563015" y="2396620"/>
                    <a:pt x="2569286" y="2438679"/>
                  </a:cubicBezTo>
                  <a:cubicBezTo>
                    <a:pt x="2575966" y="2483806"/>
                    <a:pt x="2568536" y="2527501"/>
                    <a:pt x="2548972" y="2567174"/>
                  </a:cubicBezTo>
                  <a:cubicBezTo>
                    <a:pt x="2523546" y="2618776"/>
                    <a:pt x="2493212" y="2667925"/>
                    <a:pt x="2464377" y="2717755"/>
                  </a:cubicBezTo>
                  <a:cubicBezTo>
                    <a:pt x="2441337" y="2757564"/>
                    <a:pt x="2415842" y="2796078"/>
                    <a:pt x="2393892" y="2836501"/>
                  </a:cubicBezTo>
                  <a:cubicBezTo>
                    <a:pt x="2344744" y="2927027"/>
                    <a:pt x="2343653" y="3019462"/>
                    <a:pt x="2389461" y="3111555"/>
                  </a:cubicBezTo>
                  <a:cubicBezTo>
                    <a:pt x="2423477" y="3179926"/>
                    <a:pt x="2460014" y="3247071"/>
                    <a:pt x="2494439" y="3315170"/>
                  </a:cubicBezTo>
                  <a:cubicBezTo>
                    <a:pt x="2520342" y="3366431"/>
                    <a:pt x="2539838" y="3420010"/>
                    <a:pt x="2546382" y="3477543"/>
                  </a:cubicBezTo>
                  <a:cubicBezTo>
                    <a:pt x="2546791" y="3481088"/>
                    <a:pt x="2546927" y="3484633"/>
                    <a:pt x="2547609" y="3488109"/>
                  </a:cubicBezTo>
                  <a:cubicBezTo>
                    <a:pt x="2550540" y="3502288"/>
                    <a:pt x="2544882" y="3509923"/>
                    <a:pt x="2531181" y="3514967"/>
                  </a:cubicBezTo>
                  <a:cubicBezTo>
                    <a:pt x="2496620" y="3527714"/>
                    <a:pt x="2462536" y="3541825"/>
                    <a:pt x="2429476" y="3554913"/>
                  </a:cubicBezTo>
                  <a:cubicBezTo>
                    <a:pt x="2426135" y="3521579"/>
                    <a:pt x="2425181" y="3489268"/>
                    <a:pt x="2419319" y="3457911"/>
                  </a:cubicBezTo>
                  <a:cubicBezTo>
                    <a:pt x="2407867" y="3396220"/>
                    <a:pt x="2380532" y="3340119"/>
                    <a:pt x="2352720" y="3284358"/>
                  </a:cubicBezTo>
                  <a:cubicBezTo>
                    <a:pt x="2322249" y="3223281"/>
                    <a:pt x="2290551" y="3162680"/>
                    <a:pt x="2262194" y="3100648"/>
                  </a:cubicBezTo>
                  <a:cubicBezTo>
                    <a:pt x="2241062" y="3054226"/>
                    <a:pt x="2229269" y="3005146"/>
                    <a:pt x="2238472" y="2953067"/>
                  </a:cubicBezTo>
                  <a:cubicBezTo>
                    <a:pt x="2246584" y="2906986"/>
                    <a:pt x="2264989" y="2864927"/>
                    <a:pt x="2289052" y="2825526"/>
                  </a:cubicBezTo>
                  <a:cubicBezTo>
                    <a:pt x="2324635" y="2767244"/>
                    <a:pt x="2362399" y="2710256"/>
                    <a:pt x="2398051" y="2651974"/>
                  </a:cubicBezTo>
                  <a:cubicBezTo>
                    <a:pt x="2425113" y="2607801"/>
                    <a:pt x="2446449" y="2561039"/>
                    <a:pt x="2454902" y="2509164"/>
                  </a:cubicBezTo>
                  <a:cubicBezTo>
                    <a:pt x="2464036" y="2452790"/>
                    <a:pt x="2457560" y="2398052"/>
                    <a:pt x="2428248" y="2349244"/>
                  </a:cubicBezTo>
                  <a:cubicBezTo>
                    <a:pt x="2401800" y="2305140"/>
                    <a:pt x="2369898" y="2264308"/>
                    <a:pt x="2339904" y="2222317"/>
                  </a:cubicBezTo>
                  <a:cubicBezTo>
                    <a:pt x="2324635" y="2200913"/>
                    <a:pt x="2308138" y="2180326"/>
                    <a:pt x="2292528" y="2159126"/>
                  </a:cubicBezTo>
                  <a:cubicBezTo>
                    <a:pt x="2230701" y="2075145"/>
                    <a:pt x="2216522" y="1981892"/>
                    <a:pt x="2247061" y="1884005"/>
                  </a:cubicBezTo>
                  <a:cubicBezTo>
                    <a:pt x="2267715" y="1817678"/>
                    <a:pt x="2296346" y="1753670"/>
                    <a:pt x="2322726" y="1689184"/>
                  </a:cubicBezTo>
                  <a:cubicBezTo>
                    <a:pt x="2352856" y="1615495"/>
                    <a:pt x="2373919" y="1540171"/>
                    <a:pt x="2372488" y="1459666"/>
                  </a:cubicBezTo>
                  <a:cubicBezTo>
                    <a:pt x="2370375" y="1340714"/>
                    <a:pt x="2333156" y="1233760"/>
                    <a:pt x="2258717" y="1141462"/>
                  </a:cubicBezTo>
                  <a:cubicBezTo>
                    <a:pt x="2230701" y="1106697"/>
                    <a:pt x="2195458" y="1077726"/>
                    <a:pt x="2162738" y="1046847"/>
                  </a:cubicBezTo>
                  <a:cubicBezTo>
                    <a:pt x="2158376" y="1042688"/>
                    <a:pt x="2149650" y="1043166"/>
                    <a:pt x="2142970" y="1041529"/>
                  </a:cubicBezTo>
                  <a:cubicBezTo>
                    <a:pt x="2144401" y="1048210"/>
                    <a:pt x="2143788" y="1056458"/>
                    <a:pt x="2147537" y="1061298"/>
                  </a:cubicBezTo>
                  <a:cubicBezTo>
                    <a:pt x="2199003" y="1127556"/>
                    <a:pt x="2238949" y="1199472"/>
                    <a:pt x="2258717" y="1281750"/>
                  </a:cubicBezTo>
                  <a:cubicBezTo>
                    <a:pt x="2289120" y="1408268"/>
                    <a:pt x="2277463" y="1530287"/>
                    <a:pt x="2223952" y="1649101"/>
                  </a:cubicBezTo>
                  <a:cubicBezTo>
                    <a:pt x="2194095" y="1715428"/>
                    <a:pt x="2165124" y="1782368"/>
                    <a:pt x="2140311" y="1850671"/>
                  </a:cubicBezTo>
                  <a:cubicBezTo>
                    <a:pt x="2091299" y="1985505"/>
                    <a:pt x="2114612" y="2109160"/>
                    <a:pt x="2205411" y="2220340"/>
                  </a:cubicBezTo>
                  <a:cubicBezTo>
                    <a:pt x="2229746" y="2250129"/>
                    <a:pt x="2252855" y="2280941"/>
                    <a:pt x="2275759" y="2311821"/>
                  </a:cubicBezTo>
                  <a:cubicBezTo>
                    <a:pt x="2340722" y="2399551"/>
                    <a:pt x="2349720" y="2493485"/>
                    <a:pt x="2298936" y="2589737"/>
                  </a:cubicBezTo>
                  <a:cubicBezTo>
                    <a:pt x="2269760" y="2645089"/>
                    <a:pt x="2233700" y="2696691"/>
                    <a:pt x="2200912" y="2750134"/>
                  </a:cubicBezTo>
                  <a:cubicBezTo>
                    <a:pt x="2180802" y="2782922"/>
                    <a:pt x="2159943" y="2815233"/>
                    <a:pt x="2141470" y="2848908"/>
                  </a:cubicBezTo>
                  <a:cubicBezTo>
                    <a:pt x="2091163" y="2940524"/>
                    <a:pt x="2087073" y="3035140"/>
                    <a:pt x="2129405" y="3130505"/>
                  </a:cubicBezTo>
                  <a:cubicBezTo>
                    <a:pt x="2156194" y="3191038"/>
                    <a:pt x="2185847" y="3250343"/>
                    <a:pt x="2214477" y="3310057"/>
                  </a:cubicBezTo>
                  <a:cubicBezTo>
                    <a:pt x="2241403" y="3366227"/>
                    <a:pt x="2268193" y="3422737"/>
                    <a:pt x="2277804" y="3484769"/>
                  </a:cubicBezTo>
                  <a:cubicBezTo>
                    <a:pt x="2282848" y="3517489"/>
                    <a:pt x="2281826" y="3551232"/>
                    <a:pt x="2282371" y="3584497"/>
                  </a:cubicBezTo>
                  <a:cubicBezTo>
                    <a:pt x="2282439" y="3589882"/>
                    <a:pt x="2277122" y="3599017"/>
                    <a:pt x="2272692" y="3600176"/>
                  </a:cubicBezTo>
                  <a:cubicBezTo>
                    <a:pt x="2233155" y="3610332"/>
                    <a:pt x="2193209" y="3619126"/>
                    <a:pt x="2151968" y="3628601"/>
                  </a:cubicBezTo>
                  <a:cubicBezTo>
                    <a:pt x="2153536" y="3608765"/>
                    <a:pt x="2155785" y="3591246"/>
                    <a:pt x="2156262" y="3573727"/>
                  </a:cubicBezTo>
                  <a:cubicBezTo>
                    <a:pt x="2158784" y="3483201"/>
                    <a:pt x="2133904" y="3398742"/>
                    <a:pt x="2096889" y="3317419"/>
                  </a:cubicBezTo>
                  <a:cubicBezTo>
                    <a:pt x="2069281" y="3256682"/>
                    <a:pt x="2039424" y="3196900"/>
                    <a:pt x="2012089" y="3136027"/>
                  </a:cubicBezTo>
                  <a:cubicBezTo>
                    <a:pt x="1989935" y="3086742"/>
                    <a:pt x="1974870" y="3035481"/>
                    <a:pt x="1979983" y="2980266"/>
                  </a:cubicBezTo>
                  <a:cubicBezTo>
                    <a:pt x="1983391" y="2942910"/>
                    <a:pt x="1993684" y="2907122"/>
                    <a:pt x="2012021" y="2875084"/>
                  </a:cubicBezTo>
                  <a:cubicBezTo>
                    <a:pt x="2042833" y="2821096"/>
                    <a:pt x="2076984" y="2769016"/>
                    <a:pt x="2109363" y="2715982"/>
                  </a:cubicBezTo>
                  <a:cubicBezTo>
                    <a:pt x="2134654" y="2674605"/>
                    <a:pt x="2161784" y="2634046"/>
                    <a:pt x="2184143" y="2591100"/>
                  </a:cubicBezTo>
                  <a:cubicBezTo>
                    <a:pt x="2235472" y="2492463"/>
                    <a:pt x="2227565" y="2397097"/>
                    <a:pt x="2161170" y="2307390"/>
                  </a:cubicBezTo>
                  <a:cubicBezTo>
                    <a:pt x="2135540" y="2272829"/>
                    <a:pt x="2108682" y="2239155"/>
                    <a:pt x="2083119" y="2204526"/>
                  </a:cubicBezTo>
                  <a:cubicBezTo>
                    <a:pt x="2051762" y="2161921"/>
                    <a:pt x="2031176" y="2114613"/>
                    <a:pt x="2023064" y="2061989"/>
                  </a:cubicBezTo>
                  <a:cubicBezTo>
                    <a:pt x="2018361" y="2031313"/>
                    <a:pt x="1997706" y="2017271"/>
                    <a:pt x="1967849" y="2024224"/>
                  </a:cubicBezTo>
                  <a:cubicBezTo>
                    <a:pt x="1938810" y="2030973"/>
                    <a:pt x="1910248" y="2039494"/>
                    <a:pt x="1881209" y="2045969"/>
                  </a:cubicBezTo>
                  <a:cubicBezTo>
                    <a:pt x="1830152" y="2057421"/>
                    <a:pt x="1779708" y="2052445"/>
                    <a:pt x="1729878" y="2037994"/>
                  </a:cubicBezTo>
                  <a:cubicBezTo>
                    <a:pt x="1711950" y="2032813"/>
                    <a:pt x="1693954" y="2027633"/>
                    <a:pt x="1675754" y="2023406"/>
                  </a:cubicBezTo>
                  <a:cubicBezTo>
                    <a:pt x="1652372" y="2017953"/>
                    <a:pt x="1627968" y="2031041"/>
                    <a:pt x="1624901" y="2054763"/>
                  </a:cubicBezTo>
                  <a:cubicBezTo>
                    <a:pt x="1613926" y="2141062"/>
                    <a:pt x="1564641" y="2206639"/>
                    <a:pt x="1512494" y="2271193"/>
                  </a:cubicBezTo>
                  <a:cubicBezTo>
                    <a:pt x="1481205" y="2309912"/>
                    <a:pt x="1452439" y="2350335"/>
                    <a:pt x="1438260" y="2399006"/>
                  </a:cubicBezTo>
                  <a:cubicBezTo>
                    <a:pt x="1418969" y="2465264"/>
                    <a:pt x="1428853" y="2529409"/>
                    <a:pt x="1460823" y="2588510"/>
                  </a:cubicBezTo>
                  <a:cubicBezTo>
                    <a:pt x="1491294" y="2644884"/>
                    <a:pt x="1527559" y="2698191"/>
                    <a:pt x="1561369" y="2752792"/>
                  </a:cubicBezTo>
                  <a:cubicBezTo>
                    <a:pt x="1581615" y="2785513"/>
                    <a:pt x="1602815" y="2817619"/>
                    <a:pt x="1622311" y="2850748"/>
                  </a:cubicBezTo>
                  <a:cubicBezTo>
                    <a:pt x="1675345" y="2940865"/>
                    <a:pt x="1681820" y="3033845"/>
                    <a:pt x="1637239" y="3129278"/>
                  </a:cubicBezTo>
                  <a:cubicBezTo>
                    <a:pt x="1610041" y="3187493"/>
                    <a:pt x="1582365" y="3245435"/>
                    <a:pt x="1555234" y="3303649"/>
                  </a:cubicBezTo>
                  <a:cubicBezTo>
                    <a:pt x="1526059" y="3366227"/>
                    <a:pt x="1501314" y="3430644"/>
                    <a:pt x="1494566" y="3499698"/>
                  </a:cubicBezTo>
                  <a:cubicBezTo>
                    <a:pt x="1490544" y="3541143"/>
                    <a:pt x="1493816" y="3583270"/>
                    <a:pt x="1493816" y="3627033"/>
                  </a:cubicBezTo>
                  <a:cubicBezTo>
                    <a:pt x="1477933" y="3624034"/>
                    <a:pt x="1461777" y="3621239"/>
                    <a:pt x="1445758" y="3617762"/>
                  </a:cubicBezTo>
                  <a:cubicBezTo>
                    <a:pt x="1424490" y="3613127"/>
                    <a:pt x="1403563" y="3607197"/>
                    <a:pt x="1382158" y="3603311"/>
                  </a:cubicBezTo>
                  <a:cubicBezTo>
                    <a:pt x="1368934" y="3600925"/>
                    <a:pt x="1363685" y="3594245"/>
                    <a:pt x="1363072" y="3581430"/>
                  </a:cubicBezTo>
                  <a:cubicBezTo>
                    <a:pt x="1361231" y="3544347"/>
                    <a:pt x="1362526" y="3507741"/>
                    <a:pt x="1370911" y="3471272"/>
                  </a:cubicBezTo>
                  <a:cubicBezTo>
                    <a:pt x="1386521" y="3403582"/>
                    <a:pt x="1416924" y="3341959"/>
                    <a:pt x="1446644" y="3279927"/>
                  </a:cubicBezTo>
                  <a:cubicBezTo>
                    <a:pt x="1472412" y="3226144"/>
                    <a:pt x="1498451" y="3172360"/>
                    <a:pt x="1521560" y="3117417"/>
                  </a:cubicBezTo>
                  <a:cubicBezTo>
                    <a:pt x="1558915" y="3028459"/>
                    <a:pt x="1553530" y="2939911"/>
                    <a:pt x="1507654" y="2855588"/>
                  </a:cubicBezTo>
                  <a:cubicBezTo>
                    <a:pt x="1479433" y="2803713"/>
                    <a:pt x="1446372" y="2754360"/>
                    <a:pt x="1414538" y="2704530"/>
                  </a:cubicBezTo>
                  <a:cubicBezTo>
                    <a:pt x="1385362" y="2658926"/>
                    <a:pt x="1355233" y="2614005"/>
                    <a:pt x="1334987" y="2563357"/>
                  </a:cubicBezTo>
                  <a:cubicBezTo>
                    <a:pt x="1302335" y="2481556"/>
                    <a:pt x="1309152" y="2403300"/>
                    <a:pt x="1358232" y="2330635"/>
                  </a:cubicBezTo>
                  <a:cubicBezTo>
                    <a:pt x="1389316" y="2284554"/>
                    <a:pt x="1424831" y="2241404"/>
                    <a:pt x="1457892" y="2196618"/>
                  </a:cubicBezTo>
                  <a:cubicBezTo>
                    <a:pt x="1508676" y="2127974"/>
                    <a:pt x="1535466" y="2051695"/>
                    <a:pt x="1530013" y="1965532"/>
                  </a:cubicBezTo>
                  <a:cubicBezTo>
                    <a:pt x="1526263" y="1906295"/>
                    <a:pt x="1508881" y="1850398"/>
                    <a:pt x="1486386" y="1795933"/>
                  </a:cubicBezTo>
                  <a:cubicBezTo>
                    <a:pt x="1458574" y="1728652"/>
                    <a:pt x="1426467" y="1663008"/>
                    <a:pt x="1402404" y="1594432"/>
                  </a:cubicBezTo>
                  <a:cubicBezTo>
                    <a:pt x="1339827" y="1415902"/>
                    <a:pt x="1369070" y="1249030"/>
                    <a:pt x="1474797" y="1094018"/>
                  </a:cubicBezTo>
                  <a:cubicBezTo>
                    <a:pt x="1482500" y="1082702"/>
                    <a:pt x="1491771" y="1072477"/>
                    <a:pt x="1498860" y="1060889"/>
                  </a:cubicBezTo>
                  <a:cubicBezTo>
                    <a:pt x="1501996" y="1055776"/>
                    <a:pt x="1501655" y="1048551"/>
                    <a:pt x="1502882" y="1042279"/>
                  </a:cubicBezTo>
                  <a:cubicBezTo>
                    <a:pt x="1496611" y="1043370"/>
                    <a:pt x="1488908" y="1042484"/>
                    <a:pt x="1484341" y="1045892"/>
                  </a:cubicBezTo>
                  <a:cubicBezTo>
                    <a:pt x="1442691" y="1077045"/>
                    <a:pt x="1406494" y="1113787"/>
                    <a:pt x="1376023" y="1155982"/>
                  </a:cubicBezTo>
                  <a:cubicBezTo>
                    <a:pt x="1304653" y="1254892"/>
                    <a:pt x="1269342" y="1365186"/>
                    <a:pt x="1273841" y="1487478"/>
                  </a:cubicBezTo>
                  <a:cubicBezTo>
                    <a:pt x="1276432" y="1558099"/>
                    <a:pt x="1296677" y="1624630"/>
                    <a:pt x="1323603" y="1689524"/>
                  </a:cubicBezTo>
                  <a:cubicBezTo>
                    <a:pt x="1348552" y="1749716"/>
                    <a:pt x="1375410" y="1809430"/>
                    <a:pt x="1395519" y="1871258"/>
                  </a:cubicBezTo>
                  <a:cubicBezTo>
                    <a:pt x="1424695" y="1960897"/>
                    <a:pt x="1422990" y="2050059"/>
                    <a:pt x="1370297" y="2132541"/>
                  </a:cubicBezTo>
                  <a:cubicBezTo>
                    <a:pt x="1350733" y="2163217"/>
                    <a:pt x="1328170" y="2191983"/>
                    <a:pt x="1306561" y="2221295"/>
                  </a:cubicBezTo>
                  <a:cubicBezTo>
                    <a:pt x="1284339" y="2251425"/>
                    <a:pt x="1260549" y="2280464"/>
                    <a:pt x="1239212" y="2311275"/>
                  </a:cubicBezTo>
                  <a:cubicBezTo>
                    <a:pt x="1177385" y="2400710"/>
                    <a:pt x="1169955" y="2496212"/>
                    <a:pt x="1217944" y="2592804"/>
                  </a:cubicBezTo>
                  <a:cubicBezTo>
                    <a:pt x="1246847" y="2651019"/>
                    <a:pt x="1283998" y="2705144"/>
                    <a:pt x="1317195" y="2761245"/>
                  </a:cubicBezTo>
                  <a:cubicBezTo>
                    <a:pt x="1338804" y="2797783"/>
                    <a:pt x="1361436" y="2833843"/>
                    <a:pt x="1380795" y="2871539"/>
                  </a:cubicBezTo>
                  <a:cubicBezTo>
                    <a:pt x="1416378" y="2941001"/>
                    <a:pt x="1421491" y="3013395"/>
                    <a:pt x="1389520" y="3085311"/>
                  </a:cubicBezTo>
                  <a:cubicBezTo>
                    <a:pt x="1362458" y="3146252"/>
                    <a:pt x="1332260" y="3205830"/>
                    <a:pt x="1302403" y="3265544"/>
                  </a:cubicBezTo>
                  <a:cubicBezTo>
                    <a:pt x="1271592" y="3327099"/>
                    <a:pt x="1239826" y="3388313"/>
                    <a:pt x="1226942" y="3456616"/>
                  </a:cubicBezTo>
                  <a:cubicBezTo>
                    <a:pt x="1221012" y="3488109"/>
                    <a:pt x="1219853" y="3520557"/>
                    <a:pt x="1216376" y="3554231"/>
                  </a:cubicBezTo>
                  <a:cubicBezTo>
                    <a:pt x="1180657" y="3540052"/>
                    <a:pt x="1142620" y="3525260"/>
                    <a:pt x="1104992" y="3509445"/>
                  </a:cubicBezTo>
                  <a:cubicBezTo>
                    <a:pt x="1101379" y="3507946"/>
                    <a:pt x="1097766" y="3499493"/>
                    <a:pt x="1098584" y="3495130"/>
                  </a:cubicBezTo>
                  <a:cubicBezTo>
                    <a:pt x="1105401" y="3459002"/>
                    <a:pt x="1108195" y="3420965"/>
                    <a:pt x="1122033" y="3387563"/>
                  </a:cubicBezTo>
                  <a:cubicBezTo>
                    <a:pt x="1147596" y="3325599"/>
                    <a:pt x="1179839" y="3266362"/>
                    <a:pt x="1209083" y="3205830"/>
                  </a:cubicBezTo>
                  <a:cubicBezTo>
                    <a:pt x="1229328" y="3163975"/>
                    <a:pt x="1251005" y="3122734"/>
                    <a:pt x="1269069" y="3079994"/>
                  </a:cubicBezTo>
                  <a:cubicBezTo>
                    <a:pt x="1301040" y="3004260"/>
                    <a:pt x="1297154" y="2927981"/>
                    <a:pt x="1260549" y="2855384"/>
                  </a:cubicBezTo>
                  <a:cubicBezTo>
                    <a:pt x="1235122" y="2804940"/>
                    <a:pt x="1203902" y="2757360"/>
                    <a:pt x="1175204" y="2708552"/>
                  </a:cubicBezTo>
                  <a:cubicBezTo>
                    <a:pt x="1153390" y="2671537"/>
                    <a:pt x="1130145" y="2635273"/>
                    <a:pt x="1109832" y="2597372"/>
                  </a:cubicBezTo>
                  <a:cubicBezTo>
                    <a:pt x="1055434" y="2495803"/>
                    <a:pt x="1065523" y="2398938"/>
                    <a:pt x="1134440" y="2307526"/>
                  </a:cubicBezTo>
                  <a:cubicBezTo>
                    <a:pt x="1172545" y="2257014"/>
                    <a:pt x="1211673" y="2207252"/>
                    <a:pt x="1248619" y="2155855"/>
                  </a:cubicBezTo>
                  <a:cubicBezTo>
                    <a:pt x="1275682" y="2118226"/>
                    <a:pt x="1295450" y="2076576"/>
                    <a:pt x="1302199" y="2030018"/>
                  </a:cubicBezTo>
                  <a:cubicBezTo>
                    <a:pt x="1309629" y="1978620"/>
                    <a:pt x="1305811" y="1927427"/>
                    <a:pt x="1291087" y="1878211"/>
                  </a:cubicBezTo>
                  <a:cubicBezTo>
                    <a:pt x="1272273" y="1815361"/>
                    <a:pt x="1249710" y="1753601"/>
                    <a:pt x="1227351" y="1691910"/>
                  </a:cubicBezTo>
                  <a:cubicBezTo>
                    <a:pt x="1196949" y="1607792"/>
                    <a:pt x="1183588" y="1521834"/>
                    <a:pt x="1192859" y="1432535"/>
                  </a:cubicBezTo>
                  <a:cubicBezTo>
                    <a:pt x="1204106" y="1324354"/>
                    <a:pt x="1246370" y="1228920"/>
                    <a:pt x="1310992" y="1142621"/>
                  </a:cubicBezTo>
                  <a:cubicBezTo>
                    <a:pt x="1324557" y="1124557"/>
                    <a:pt x="1338327" y="1106697"/>
                    <a:pt x="1352029" y="1088769"/>
                  </a:cubicBezTo>
                  <a:cubicBezTo>
                    <a:pt x="1350938" y="1087406"/>
                    <a:pt x="1349847" y="1086111"/>
                    <a:pt x="1348757" y="1084747"/>
                  </a:cubicBezTo>
                  <a:cubicBezTo>
                    <a:pt x="1332397" y="1095927"/>
                    <a:pt x="1314878" y="1105811"/>
                    <a:pt x="1299881" y="1118558"/>
                  </a:cubicBezTo>
                  <a:cubicBezTo>
                    <a:pt x="1204447" y="1199881"/>
                    <a:pt x="1145551" y="1303359"/>
                    <a:pt x="1118557" y="1425105"/>
                  </a:cubicBezTo>
                  <a:cubicBezTo>
                    <a:pt x="1093062" y="1540034"/>
                    <a:pt x="1111672" y="1650942"/>
                    <a:pt x="1150050" y="1760282"/>
                  </a:cubicBezTo>
                  <a:cubicBezTo>
                    <a:pt x="1168455" y="1812634"/>
                    <a:pt x="1185769" y="1865532"/>
                    <a:pt x="1199675" y="1919247"/>
                  </a:cubicBezTo>
                  <a:cubicBezTo>
                    <a:pt x="1221148" y="2002138"/>
                    <a:pt x="1197903" y="2076099"/>
                    <a:pt x="1147460" y="2143039"/>
                  </a:cubicBezTo>
                  <a:cubicBezTo>
                    <a:pt x="1110581" y="2191983"/>
                    <a:pt x="1073158" y="2240518"/>
                    <a:pt x="1037302" y="2290143"/>
                  </a:cubicBezTo>
                  <a:cubicBezTo>
                    <a:pt x="1008126" y="2330566"/>
                    <a:pt x="984813" y="2374398"/>
                    <a:pt x="975679" y="2424160"/>
                  </a:cubicBezTo>
                  <a:cubicBezTo>
                    <a:pt x="964704" y="2484078"/>
                    <a:pt x="974929" y="2541952"/>
                    <a:pt x="1002060" y="2595190"/>
                  </a:cubicBezTo>
                  <a:cubicBezTo>
                    <a:pt x="1032598" y="2655041"/>
                    <a:pt x="1068250" y="2712233"/>
                    <a:pt x="1101583" y="2770584"/>
                  </a:cubicBezTo>
                  <a:cubicBezTo>
                    <a:pt x="1115626" y="2795192"/>
                    <a:pt x="1129736" y="2819732"/>
                    <a:pt x="1143302" y="2844613"/>
                  </a:cubicBezTo>
                  <a:cubicBezTo>
                    <a:pt x="1183929" y="2919120"/>
                    <a:pt x="1186587" y="2995262"/>
                    <a:pt x="1150186" y="3071814"/>
                  </a:cubicBezTo>
                  <a:cubicBezTo>
                    <a:pt x="1121556" y="3132073"/>
                    <a:pt x="1090949" y="3191379"/>
                    <a:pt x="1061433" y="3251229"/>
                  </a:cubicBezTo>
                  <a:cubicBezTo>
                    <a:pt x="1034098" y="3306581"/>
                    <a:pt x="1008331" y="3362546"/>
                    <a:pt x="998174" y="3424237"/>
                  </a:cubicBezTo>
                  <a:cubicBezTo>
                    <a:pt x="996470" y="3434598"/>
                    <a:pt x="995447" y="3445096"/>
                    <a:pt x="993811" y="3458184"/>
                  </a:cubicBezTo>
                  <a:cubicBezTo>
                    <a:pt x="960205" y="3439438"/>
                    <a:pt x="928235" y="3422055"/>
                    <a:pt x="896878" y="3403650"/>
                  </a:cubicBezTo>
                  <a:cubicBezTo>
                    <a:pt x="893674" y="3401742"/>
                    <a:pt x="892583" y="3393221"/>
                    <a:pt x="893265" y="3388176"/>
                  </a:cubicBezTo>
                  <a:cubicBezTo>
                    <a:pt x="901104" y="3331257"/>
                    <a:pt x="928371" y="3282245"/>
                    <a:pt x="956456" y="3233437"/>
                  </a:cubicBezTo>
                  <a:cubicBezTo>
                    <a:pt x="987744" y="3179108"/>
                    <a:pt x="1021419" y="3125870"/>
                    <a:pt x="1048413" y="3069496"/>
                  </a:cubicBezTo>
                  <a:cubicBezTo>
                    <a:pt x="1086314" y="2990422"/>
                    <a:pt x="1076702" y="2912235"/>
                    <a:pt x="1030962" y="2838069"/>
                  </a:cubicBezTo>
                  <a:cubicBezTo>
                    <a:pt x="1029394" y="2835547"/>
                    <a:pt x="1027486" y="2833229"/>
                    <a:pt x="1025509" y="2830980"/>
                  </a:cubicBezTo>
                  <a:cubicBezTo>
                    <a:pt x="1025032" y="2830435"/>
                    <a:pt x="1023668" y="2830571"/>
                    <a:pt x="1022714" y="2830366"/>
                  </a:cubicBezTo>
                  <a:cubicBezTo>
                    <a:pt x="1025236" y="2848294"/>
                    <a:pt x="1028917" y="2866086"/>
                    <a:pt x="1030076" y="2884014"/>
                  </a:cubicBezTo>
                  <a:cubicBezTo>
                    <a:pt x="1033893" y="2943523"/>
                    <a:pt x="1014125" y="2996966"/>
                    <a:pt x="983109" y="3045978"/>
                  </a:cubicBezTo>
                  <a:cubicBezTo>
                    <a:pt x="955024" y="3090423"/>
                    <a:pt x="923599" y="3132755"/>
                    <a:pt x="893470" y="3175905"/>
                  </a:cubicBezTo>
                  <a:cubicBezTo>
                    <a:pt x="860681" y="3222940"/>
                    <a:pt x="829120" y="3270452"/>
                    <a:pt x="815827" y="3327440"/>
                  </a:cubicBezTo>
                  <a:cubicBezTo>
                    <a:pt x="814260" y="3334120"/>
                    <a:pt x="812692" y="3340800"/>
                    <a:pt x="810374" y="3350753"/>
                  </a:cubicBezTo>
                  <a:cubicBezTo>
                    <a:pt x="765725" y="3317692"/>
                    <a:pt x="723257" y="3286199"/>
                    <a:pt x="680380" y="3254433"/>
                  </a:cubicBezTo>
                  <a:cubicBezTo>
                    <a:pt x="701580" y="3218032"/>
                    <a:pt x="724620" y="3186743"/>
                    <a:pt x="755159" y="3161862"/>
                  </a:cubicBezTo>
                  <a:cubicBezTo>
                    <a:pt x="763475" y="3155045"/>
                    <a:pt x="764566" y="3150819"/>
                    <a:pt x="757613" y="3142639"/>
                  </a:cubicBezTo>
                  <a:cubicBezTo>
                    <a:pt x="743911" y="3126483"/>
                    <a:pt x="731164" y="3109578"/>
                    <a:pt x="715349" y="3089605"/>
                  </a:cubicBezTo>
                  <a:cubicBezTo>
                    <a:pt x="697217" y="3106170"/>
                    <a:pt x="678403" y="3121303"/>
                    <a:pt x="662179" y="3138822"/>
                  </a:cubicBezTo>
                  <a:cubicBezTo>
                    <a:pt x="645751" y="3156545"/>
                    <a:pt x="631845" y="3176586"/>
                    <a:pt x="615008" y="3198059"/>
                  </a:cubicBezTo>
                  <a:cubicBezTo>
                    <a:pt x="580651" y="3165066"/>
                    <a:pt x="546159" y="3131937"/>
                    <a:pt x="511189" y="3098331"/>
                  </a:cubicBezTo>
                  <a:cubicBezTo>
                    <a:pt x="549295" y="3051295"/>
                    <a:pt x="582628" y="3001329"/>
                    <a:pt x="645001" y="2981356"/>
                  </a:cubicBezTo>
                  <a:cubicBezTo>
                    <a:pt x="631231" y="2956407"/>
                    <a:pt x="617939" y="2932344"/>
                    <a:pt x="603896" y="2906986"/>
                  </a:cubicBezTo>
                  <a:cubicBezTo>
                    <a:pt x="535048" y="2925255"/>
                    <a:pt x="494693" y="2978970"/>
                    <a:pt x="448817" y="3031118"/>
                  </a:cubicBezTo>
                  <a:cubicBezTo>
                    <a:pt x="418550" y="2994103"/>
                    <a:pt x="389034" y="2957975"/>
                    <a:pt x="358904" y="2921096"/>
                  </a:cubicBezTo>
                  <a:cubicBezTo>
                    <a:pt x="394351" y="2888785"/>
                    <a:pt x="426799" y="2855861"/>
                    <a:pt x="462995" y="2827776"/>
                  </a:cubicBezTo>
                  <a:cubicBezTo>
                    <a:pt x="481809" y="2813120"/>
                    <a:pt x="507031" y="2806440"/>
                    <a:pt x="529799" y="2797169"/>
                  </a:cubicBezTo>
                  <a:cubicBezTo>
                    <a:pt x="542819" y="2791920"/>
                    <a:pt x="552839" y="2794715"/>
                    <a:pt x="556929" y="2810734"/>
                  </a:cubicBezTo>
                  <a:cubicBezTo>
                    <a:pt x="559792" y="2821845"/>
                    <a:pt x="565587" y="2832275"/>
                    <a:pt x="570086" y="2842977"/>
                  </a:cubicBezTo>
                  <a:cubicBezTo>
                    <a:pt x="584537" y="2877674"/>
                    <a:pt x="601170" y="2887081"/>
                    <a:pt x="638184" y="2884900"/>
                  </a:cubicBezTo>
                  <a:cubicBezTo>
                    <a:pt x="721075" y="2880060"/>
                    <a:pt x="794218" y="2847681"/>
                    <a:pt x="862385" y="2803645"/>
                  </a:cubicBezTo>
                  <a:cubicBezTo>
                    <a:pt x="895378" y="2782309"/>
                    <a:pt x="924895" y="2755587"/>
                    <a:pt x="956251" y="2731661"/>
                  </a:cubicBezTo>
                  <a:cubicBezTo>
                    <a:pt x="965658" y="2724503"/>
                    <a:pt x="965931" y="2718095"/>
                    <a:pt x="960546" y="2707530"/>
                  </a:cubicBezTo>
                  <a:cubicBezTo>
                    <a:pt x="940709" y="2668334"/>
                    <a:pt x="921009" y="2628933"/>
                    <a:pt x="903490" y="2588646"/>
                  </a:cubicBezTo>
                  <a:cubicBezTo>
                    <a:pt x="860818" y="2490759"/>
                    <a:pt x="871452" y="2398256"/>
                    <a:pt x="935051" y="2312230"/>
                  </a:cubicBezTo>
                  <a:cubicBezTo>
                    <a:pt x="975679" y="2257287"/>
                    <a:pt x="1017056" y="2202890"/>
                    <a:pt x="1057002" y="2147402"/>
                  </a:cubicBezTo>
                  <a:cubicBezTo>
                    <a:pt x="1081679" y="2113182"/>
                    <a:pt x="1102265" y="2076304"/>
                    <a:pt x="1110172" y="2034313"/>
                  </a:cubicBezTo>
                  <a:cubicBezTo>
                    <a:pt x="1119307" y="1985710"/>
                    <a:pt x="1114058" y="1937175"/>
                    <a:pt x="1102060" y="1889867"/>
                  </a:cubicBezTo>
                  <a:cubicBezTo>
                    <a:pt x="1087200" y="1831175"/>
                    <a:pt x="1068454" y="1773438"/>
                    <a:pt x="1052912" y="1714883"/>
                  </a:cubicBezTo>
                  <a:cubicBezTo>
                    <a:pt x="1010240" y="1554213"/>
                    <a:pt x="1037779" y="1404041"/>
                    <a:pt x="1123669" y="1263617"/>
                  </a:cubicBezTo>
                  <a:cubicBezTo>
                    <a:pt x="1142893" y="1232192"/>
                    <a:pt x="1165592" y="1202813"/>
                    <a:pt x="1186656" y="1172478"/>
                  </a:cubicBezTo>
                  <a:cubicBezTo>
                    <a:pt x="1188632" y="1169615"/>
                    <a:pt x="1190473" y="1166684"/>
                    <a:pt x="1190609" y="1161094"/>
                  </a:cubicBezTo>
                  <a:cubicBezTo>
                    <a:pt x="1185088" y="1164366"/>
                    <a:pt x="1179089" y="1167025"/>
                    <a:pt x="1174113" y="1170979"/>
                  </a:cubicBezTo>
                  <a:cubicBezTo>
                    <a:pt x="1092176" y="1235260"/>
                    <a:pt x="1036893" y="1318765"/>
                    <a:pt x="999606" y="1414880"/>
                  </a:cubicBezTo>
                  <a:cubicBezTo>
                    <a:pt x="966749" y="1499543"/>
                    <a:pt x="957342" y="1586729"/>
                    <a:pt x="968317" y="1677118"/>
                  </a:cubicBezTo>
                  <a:cubicBezTo>
                    <a:pt x="976701" y="1746376"/>
                    <a:pt x="999197" y="1811816"/>
                    <a:pt x="1015625" y="1878960"/>
                  </a:cubicBezTo>
                  <a:cubicBezTo>
                    <a:pt x="1023396" y="1910726"/>
                    <a:pt x="1028440" y="1943310"/>
                    <a:pt x="1032598" y="1975826"/>
                  </a:cubicBezTo>
                  <a:cubicBezTo>
                    <a:pt x="1038733" y="2024292"/>
                    <a:pt x="1017738" y="2064988"/>
                    <a:pt x="990539" y="2102343"/>
                  </a:cubicBezTo>
                  <a:cubicBezTo>
                    <a:pt x="948208" y="2160422"/>
                    <a:pt x="903558" y="2216864"/>
                    <a:pt x="861227" y="2274942"/>
                  </a:cubicBezTo>
                  <a:cubicBezTo>
                    <a:pt x="829802" y="2318092"/>
                    <a:pt x="803285" y="2364241"/>
                    <a:pt x="794832" y="2418161"/>
                  </a:cubicBezTo>
                  <a:cubicBezTo>
                    <a:pt x="792514" y="2433021"/>
                    <a:pt x="794355" y="2448495"/>
                    <a:pt x="792582" y="2463492"/>
                  </a:cubicBezTo>
                  <a:cubicBezTo>
                    <a:pt x="791764" y="2470581"/>
                    <a:pt x="788765" y="2479239"/>
                    <a:pt x="783653" y="2483601"/>
                  </a:cubicBezTo>
                  <a:cubicBezTo>
                    <a:pt x="701443" y="2554222"/>
                    <a:pt x="606964" y="2594304"/>
                    <a:pt x="497760" y="2596895"/>
                  </a:cubicBezTo>
                  <a:cubicBezTo>
                    <a:pt x="495784" y="2596895"/>
                    <a:pt x="493875" y="2597508"/>
                    <a:pt x="489444" y="2598258"/>
                  </a:cubicBezTo>
                  <a:cubicBezTo>
                    <a:pt x="498647" y="2632750"/>
                    <a:pt x="507645" y="2666629"/>
                    <a:pt x="517597" y="2703985"/>
                  </a:cubicBezTo>
                  <a:cubicBezTo>
                    <a:pt x="422504" y="2707870"/>
                    <a:pt x="371515" y="2784013"/>
                    <a:pt x="301849" y="2835479"/>
                  </a:cubicBezTo>
                  <a:cubicBezTo>
                    <a:pt x="275332" y="2791170"/>
                    <a:pt x="249837" y="2748566"/>
                    <a:pt x="222979" y="2703712"/>
                  </a:cubicBezTo>
                  <a:cubicBezTo>
                    <a:pt x="273968" y="2695260"/>
                    <a:pt x="306211" y="2662130"/>
                    <a:pt x="340227" y="2632137"/>
                  </a:cubicBezTo>
                  <a:cubicBezTo>
                    <a:pt x="380377" y="2596758"/>
                    <a:pt x="425026" y="2573582"/>
                    <a:pt x="480173" y="2576172"/>
                  </a:cubicBezTo>
                  <a:cubicBezTo>
                    <a:pt x="482082" y="2576240"/>
                    <a:pt x="483991" y="2575422"/>
                    <a:pt x="486990" y="2574809"/>
                  </a:cubicBezTo>
                  <a:cubicBezTo>
                    <a:pt x="482423" y="2549655"/>
                    <a:pt x="478128" y="2524842"/>
                    <a:pt x="473493" y="2500166"/>
                  </a:cubicBezTo>
                  <a:cubicBezTo>
                    <a:pt x="467971" y="2471058"/>
                    <a:pt x="467835" y="2470718"/>
                    <a:pt x="437637" y="2472081"/>
                  </a:cubicBezTo>
                  <a:cubicBezTo>
                    <a:pt x="383717" y="2474467"/>
                    <a:pt x="338727" y="2498052"/>
                    <a:pt x="297350" y="2530841"/>
                  </a:cubicBezTo>
                  <a:cubicBezTo>
                    <a:pt x="274786" y="2548769"/>
                    <a:pt x="251132" y="2565333"/>
                    <a:pt x="227956" y="2582443"/>
                  </a:cubicBezTo>
                  <a:cubicBezTo>
                    <a:pt x="225502" y="2584216"/>
                    <a:pt x="222775" y="2585579"/>
                    <a:pt x="220048" y="2586942"/>
                  </a:cubicBezTo>
                  <a:cubicBezTo>
                    <a:pt x="179762" y="2607256"/>
                    <a:pt x="173081" y="2605143"/>
                    <a:pt x="155971" y="2564652"/>
                  </a:cubicBezTo>
                  <a:cubicBezTo>
                    <a:pt x="142747" y="2533499"/>
                    <a:pt x="130341" y="2501938"/>
                    <a:pt x="117662" y="2470581"/>
                  </a:cubicBezTo>
                  <a:cubicBezTo>
                    <a:pt x="116230" y="2466968"/>
                    <a:pt x="115344" y="2463083"/>
                    <a:pt x="113844" y="2457970"/>
                  </a:cubicBezTo>
                  <a:cubicBezTo>
                    <a:pt x="175876" y="2461447"/>
                    <a:pt x="224956" y="2433021"/>
                    <a:pt x="272673" y="2400233"/>
                  </a:cubicBezTo>
                  <a:cubicBezTo>
                    <a:pt x="309688" y="2374739"/>
                    <a:pt x="346021" y="2347335"/>
                    <a:pt x="390534" y="2335747"/>
                  </a:cubicBezTo>
                  <a:cubicBezTo>
                    <a:pt x="411393" y="2330294"/>
                    <a:pt x="432934" y="2327772"/>
                    <a:pt x="456724" y="2323477"/>
                  </a:cubicBezTo>
                  <a:lnTo>
                    <a:pt x="456724" y="2204662"/>
                  </a:lnTo>
                  <a:cubicBezTo>
                    <a:pt x="430889" y="2201663"/>
                    <a:pt x="404781" y="2205412"/>
                    <a:pt x="378809" y="2212092"/>
                  </a:cubicBezTo>
                  <a:cubicBezTo>
                    <a:pt x="331365" y="2224294"/>
                    <a:pt x="290942" y="2250198"/>
                    <a:pt x="250587" y="2276442"/>
                  </a:cubicBezTo>
                  <a:cubicBezTo>
                    <a:pt x="214527" y="2299823"/>
                    <a:pt x="178535" y="2323682"/>
                    <a:pt x="135521" y="2333020"/>
                  </a:cubicBezTo>
                  <a:cubicBezTo>
                    <a:pt x="134022" y="2333361"/>
                    <a:pt x="132658" y="2334043"/>
                    <a:pt x="131159" y="2334384"/>
                  </a:cubicBezTo>
                  <a:cubicBezTo>
                    <a:pt x="76148" y="2345631"/>
                    <a:pt x="72262" y="2343382"/>
                    <a:pt x="58697" y="2289871"/>
                  </a:cubicBezTo>
                  <a:cubicBezTo>
                    <a:pt x="50790" y="2258582"/>
                    <a:pt x="43564" y="2227157"/>
                    <a:pt x="35589" y="2194028"/>
                  </a:cubicBezTo>
                  <a:cubicBezTo>
                    <a:pt x="53721" y="2194028"/>
                    <a:pt x="70149" y="2194369"/>
                    <a:pt x="86509" y="2194028"/>
                  </a:cubicBezTo>
                  <a:cubicBezTo>
                    <a:pt x="143360" y="2192596"/>
                    <a:pt x="193531" y="2170647"/>
                    <a:pt x="241930" y="2143107"/>
                  </a:cubicBezTo>
                  <a:cubicBezTo>
                    <a:pt x="279285" y="2121907"/>
                    <a:pt x="316573" y="2100367"/>
                    <a:pt x="354746" y="2080734"/>
                  </a:cubicBezTo>
                  <a:cubicBezTo>
                    <a:pt x="388898" y="2063147"/>
                    <a:pt x="426049" y="2055717"/>
                    <a:pt x="464359" y="2053263"/>
                  </a:cubicBezTo>
                  <a:cubicBezTo>
                    <a:pt x="468858" y="2052991"/>
                    <a:pt x="476015" y="2048287"/>
                    <a:pt x="476969" y="2044402"/>
                  </a:cubicBezTo>
                  <a:cubicBezTo>
                    <a:pt x="486922" y="2003160"/>
                    <a:pt x="495920" y="1961715"/>
                    <a:pt x="505122" y="1920338"/>
                  </a:cubicBezTo>
                  <a:cubicBezTo>
                    <a:pt x="505395" y="1918974"/>
                    <a:pt x="504850" y="1917407"/>
                    <a:pt x="504168" y="1912362"/>
                  </a:cubicBezTo>
                  <a:cubicBezTo>
                    <a:pt x="483377" y="1913862"/>
                    <a:pt x="462382" y="1914407"/>
                    <a:pt x="441727" y="1917066"/>
                  </a:cubicBezTo>
                  <a:cubicBezTo>
                    <a:pt x="379695" y="1925041"/>
                    <a:pt x="325571" y="1953535"/>
                    <a:pt x="272332" y="1984142"/>
                  </a:cubicBezTo>
                  <a:cubicBezTo>
                    <a:pt x="227206" y="2010114"/>
                    <a:pt x="182420" y="2036903"/>
                    <a:pt x="131295" y="2050332"/>
                  </a:cubicBezTo>
                  <a:cubicBezTo>
                    <a:pt x="92508" y="2060557"/>
                    <a:pt x="53585" y="2060830"/>
                    <a:pt x="12684" y="2055445"/>
                  </a:cubicBezTo>
                  <a:cubicBezTo>
                    <a:pt x="8867" y="2013045"/>
                    <a:pt x="5118" y="1971940"/>
                    <a:pt x="1573" y="1932812"/>
                  </a:cubicBezTo>
                  <a:cubicBezTo>
                    <a:pt x="35861" y="1930699"/>
                    <a:pt x="68581" y="1930426"/>
                    <a:pt x="100824" y="1926336"/>
                  </a:cubicBezTo>
                  <a:cubicBezTo>
                    <a:pt x="159925" y="1918906"/>
                    <a:pt x="212550" y="1892866"/>
                    <a:pt x="265107" y="1866418"/>
                  </a:cubicBezTo>
                  <a:cubicBezTo>
                    <a:pt x="313846" y="1841946"/>
                    <a:pt x="362858" y="1817815"/>
                    <a:pt x="413302" y="1797296"/>
                  </a:cubicBezTo>
                  <a:cubicBezTo>
                    <a:pt x="451952" y="1781550"/>
                    <a:pt x="493670" y="1777664"/>
                    <a:pt x="535661" y="1782027"/>
                  </a:cubicBezTo>
                  <a:cubicBezTo>
                    <a:pt x="543023" y="1782777"/>
                    <a:pt x="549840" y="1784140"/>
                    <a:pt x="554339" y="1774256"/>
                  </a:cubicBezTo>
                  <a:cubicBezTo>
                    <a:pt x="575675" y="1727902"/>
                    <a:pt x="597966" y="1681958"/>
                    <a:pt x="619847" y="1635877"/>
                  </a:cubicBezTo>
                  <a:cubicBezTo>
                    <a:pt x="620870" y="1633696"/>
                    <a:pt x="621211" y="1631174"/>
                    <a:pt x="622029" y="1628038"/>
                  </a:cubicBezTo>
                  <a:cubicBezTo>
                    <a:pt x="552703" y="1613927"/>
                    <a:pt x="484604" y="1617813"/>
                    <a:pt x="420186" y="1643375"/>
                  </a:cubicBezTo>
                  <a:cubicBezTo>
                    <a:pt x="360200" y="1667234"/>
                    <a:pt x="302803" y="1697636"/>
                    <a:pt x="244520" y="1725653"/>
                  </a:cubicBezTo>
                  <a:cubicBezTo>
                    <a:pt x="198303" y="1747875"/>
                    <a:pt x="151336" y="1768121"/>
                    <a:pt x="99802" y="1773165"/>
                  </a:cubicBezTo>
                  <a:cubicBezTo>
                    <a:pt x="70217" y="1776028"/>
                    <a:pt x="40292" y="1774529"/>
                    <a:pt x="10435" y="1775210"/>
                  </a:cubicBezTo>
                  <a:cubicBezTo>
                    <a:pt x="-199" y="1775415"/>
                    <a:pt x="-335" y="1768666"/>
                    <a:pt x="142" y="1761032"/>
                  </a:cubicBezTo>
                  <a:cubicBezTo>
                    <a:pt x="3346" y="1713042"/>
                    <a:pt x="4913" y="1664916"/>
                    <a:pt x="10026" y="1617199"/>
                  </a:cubicBezTo>
                  <a:cubicBezTo>
                    <a:pt x="20660" y="1518085"/>
                    <a:pt x="39610" y="1420401"/>
                    <a:pt x="66809" y="1324422"/>
                  </a:cubicBezTo>
                  <a:cubicBezTo>
                    <a:pt x="94962" y="1225035"/>
                    <a:pt x="130204" y="1128238"/>
                    <a:pt x="175126" y="1035258"/>
                  </a:cubicBezTo>
                  <a:cubicBezTo>
                    <a:pt x="327002" y="720804"/>
                    <a:pt x="550726" y="469882"/>
                    <a:pt x="845139" y="282354"/>
                  </a:cubicBezTo>
                  <a:cubicBezTo>
                    <a:pt x="1028849" y="165380"/>
                    <a:pt x="1227828" y="85216"/>
                    <a:pt x="1440918" y="40089"/>
                  </a:cubicBezTo>
                  <a:cubicBezTo>
                    <a:pt x="1577389" y="10641"/>
                    <a:pt x="1715836" y="-2583"/>
                    <a:pt x="1855578" y="416"/>
                  </a:cubicBezTo>
                  <a:cubicBezTo>
                    <a:pt x="1987072" y="3279"/>
                    <a:pt x="2116862" y="19503"/>
                    <a:pt x="2245016" y="50246"/>
                  </a:cubicBezTo>
                  <a:cubicBezTo>
                    <a:pt x="2350061" y="75400"/>
                    <a:pt x="2452107" y="109006"/>
                    <a:pt x="2550949" y="152224"/>
                  </a:cubicBezTo>
                  <a:cubicBezTo>
                    <a:pt x="2637180" y="189920"/>
                    <a:pt x="2719799" y="234365"/>
                    <a:pt x="2799418" y="284740"/>
                  </a:cubicBezTo>
                  <a:cubicBezTo>
                    <a:pt x="2875219" y="332730"/>
                    <a:pt x="2946794" y="386241"/>
                    <a:pt x="3014621" y="444660"/>
                  </a:cubicBezTo>
                  <a:cubicBezTo>
                    <a:pt x="3077198" y="498580"/>
                    <a:pt x="3135412" y="556863"/>
                    <a:pt x="3190082" y="618963"/>
                  </a:cubicBezTo>
                  <a:cubicBezTo>
                    <a:pt x="3309920" y="754888"/>
                    <a:pt x="3407262" y="905264"/>
                    <a:pt x="3482450" y="1070023"/>
                  </a:cubicBezTo>
                  <a:cubicBezTo>
                    <a:pt x="3549118" y="1216105"/>
                    <a:pt x="3596289" y="1368254"/>
                    <a:pt x="3621306" y="1527014"/>
                  </a:cubicBezTo>
                  <a:cubicBezTo>
                    <a:pt x="3628464" y="1572414"/>
                    <a:pt x="3633508" y="1618154"/>
                    <a:pt x="3639711" y="1663689"/>
                  </a:cubicBezTo>
                  <a:cubicBezTo>
                    <a:pt x="3640257" y="1667575"/>
                    <a:pt x="3641756" y="1671324"/>
                    <a:pt x="3642779" y="1675141"/>
                  </a:cubicBezTo>
                  <a:lnTo>
                    <a:pt x="3642779" y="1775483"/>
                  </a:lnTo>
                  <a:cubicBezTo>
                    <a:pt x="3555661" y="1786867"/>
                    <a:pt x="3475497" y="1764713"/>
                    <a:pt x="3398741" y="1725517"/>
                  </a:cubicBezTo>
                  <a:cubicBezTo>
                    <a:pt x="3362749" y="1707111"/>
                    <a:pt x="3326757" y="1688638"/>
                    <a:pt x="3290560" y="1670574"/>
                  </a:cubicBezTo>
                  <a:cubicBezTo>
                    <a:pt x="3220008" y="1635264"/>
                    <a:pt x="3145774" y="1617063"/>
                    <a:pt x="3066496" y="1623130"/>
                  </a:cubicBezTo>
                  <a:cubicBezTo>
                    <a:pt x="3052180" y="1624221"/>
                    <a:pt x="3037934" y="1626675"/>
                    <a:pt x="3024028" y="1628447"/>
                  </a:cubicBezTo>
                  <a:cubicBezTo>
                    <a:pt x="3047272" y="1679163"/>
                    <a:pt x="3069359" y="1727834"/>
                    <a:pt x="3092126" y="1776233"/>
                  </a:cubicBezTo>
                  <a:cubicBezTo>
                    <a:pt x="3093762" y="1779641"/>
                    <a:pt x="3100647" y="1782027"/>
                    <a:pt x="3105214" y="1782300"/>
                  </a:cubicBezTo>
                  <a:cubicBezTo>
                    <a:pt x="3134390" y="1784276"/>
                    <a:pt x="3163974" y="1783254"/>
                    <a:pt x="3192809" y="1787549"/>
                  </a:cubicBezTo>
                  <a:cubicBezTo>
                    <a:pt x="3247138" y="1795592"/>
                    <a:pt x="3294787" y="1821973"/>
                    <a:pt x="3343117" y="1846445"/>
                  </a:cubicBezTo>
                  <a:cubicBezTo>
                    <a:pt x="3385449" y="1867849"/>
                    <a:pt x="3427644" y="1890071"/>
                    <a:pt x="3471680" y="1907590"/>
                  </a:cubicBezTo>
                  <a:cubicBezTo>
                    <a:pt x="3526350" y="1929336"/>
                    <a:pt x="3583883" y="1937311"/>
                    <a:pt x="3642779" y="1927632"/>
                  </a:cubicBezTo>
                  <a:lnTo>
                    <a:pt x="3642779" y="1982370"/>
                  </a:lnTo>
                  <a:close/>
                  <a:moveTo>
                    <a:pt x="973361" y="710443"/>
                  </a:moveTo>
                  <a:cubicBezTo>
                    <a:pt x="973361" y="713919"/>
                    <a:pt x="973020" y="715146"/>
                    <a:pt x="973361" y="715828"/>
                  </a:cubicBezTo>
                  <a:cubicBezTo>
                    <a:pt x="974929" y="718418"/>
                    <a:pt x="976633" y="720872"/>
                    <a:pt x="978474" y="723258"/>
                  </a:cubicBezTo>
                  <a:cubicBezTo>
                    <a:pt x="1053321" y="821214"/>
                    <a:pt x="1119170" y="924760"/>
                    <a:pt x="1171318" y="1036690"/>
                  </a:cubicBezTo>
                  <a:cubicBezTo>
                    <a:pt x="1184133" y="1064229"/>
                    <a:pt x="1191904" y="1066615"/>
                    <a:pt x="1219853" y="1052913"/>
                  </a:cubicBezTo>
                  <a:cubicBezTo>
                    <a:pt x="1385567" y="971931"/>
                    <a:pt x="1560756" y="926259"/>
                    <a:pt x="1744738" y="916102"/>
                  </a:cubicBezTo>
                  <a:cubicBezTo>
                    <a:pt x="1835809" y="911058"/>
                    <a:pt x="1926949" y="914398"/>
                    <a:pt x="2017406" y="928032"/>
                  </a:cubicBezTo>
                  <a:cubicBezTo>
                    <a:pt x="2158512" y="949231"/>
                    <a:pt x="2293346" y="990541"/>
                    <a:pt x="2421364" y="1053936"/>
                  </a:cubicBezTo>
                  <a:cubicBezTo>
                    <a:pt x="2446790" y="1066547"/>
                    <a:pt x="2455447" y="1063343"/>
                    <a:pt x="2467308" y="1037167"/>
                  </a:cubicBezTo>
                  <a:cubicBezTo>
                    <a:pt x="2514821" y="932599"/>
                    <a:pt x="2575762" y="836143"/>
                    <a:pt x="2644678" y="744526"/>
                  </a:cubicBezTo>
                  <a:cubicBezTo>
                    <a:pt x="2652381" y="734301"/>
                    <a:pt x="2659812" y="723803"/>
                    <a:pt x="2669832" y="710034"/>
                  </a:cubicBezTo>
                  <a:cubicBezTo>
                    <a:pt x="2541201" y="719304"/>
                    <a:pt x="2428453" y="758500"/>
                    <a:pt x="2326475" y="837574"/>
                  </a:cubicBezTo>
                  <a:cubicBezTo>
                    <a:pt x="2365126" y="728030"/>
                    <a:pt x="2416728" y="630074"/>
                    <a:pt x="2480601" y="534572"/>
                  </a:cubicBezTo>
                  <a:cubicBezTo>
                    <a:pt x="2318227" y="552159"/>
                    <a:pt x="2176372" y="605397"/>
                    <a:pt x="2060351" y="720191"/>
                  </a:cubicBezTo>
                  <a:cubicBezTo>
                    <a:pt x="2034243" y="651819"/>
                    <a:pt x="2009090" y="585629"/>
                    <a:pt x="1983527" y="519643"/>
                  </a:cubicBezTo>
                  <a:cubicBezTo>
                    <a:pt x="1979983" y="510577"/>
                    <a:pt x="1985163" y="506692"/>
                    <a:pt x="1990480" y="501988"/>
                  </a:cubicBezTo>
                  <a:cubicBezTo>
                    <a:pt x="2040515" y="457748"/>
                    <a:pt x="2090617" y="413508"/>
                    <a:pt x="2140584" y="369199"/>
                  </a:cubicBezTo>
                  <a:cubicBezTo>
                    <a:pt x="2146651" y="363814"/>
                    <a:pt x="2152172" y="357679"/>
                    <a:pt x="2160012" y="349840"/>
                  </a:cubicBezTo>
                  <a:cubicBezTo>
                    <a:pt x="2152854" y="348749"/>
                    <a:pt x="2149923" y="348135"/>
                    <a:pt x="2146924" y="347931"/>
                  </a:cubicBezTo>
                  <a:cubicBezTo>
                    <a:pt x="2075757" y="342887"/>
                    <a:pt x="2004659" y="337638"/>
                    <a:pt x="1933493" y="333139"/>
                  </a:cubicBezTo>
                  <a:cubicBezTo>
                    <a:pt x="1922518" y="332457"/>
                    <a:pt x="1916724" y="329321"/>
                    <a:pt x="1912225" y="318619"/>
                  </a:cubicBezTo>
                  <a:cubicBezTo>
                    <a:pt x="1884344" y="252361"/>
                    <a:pt x="1855646" y="186512"/>
                    <a:pt x="1827152" y="120594"/>
                  </a:cubicBezTo>
                  <a:cubicBezTo>
                    <a:pt x="1825312" y="116368"/>
                    <a:pt x="1822790" y="112414"/>
                    <a:pt x="1819518" y="106279"/>
                  </a:cubicBezTo>
                  <a:cubicBezTo>
                    <a:pt x="1816654" y="111528"/>
                    <a:pt x="1814950" y="113982"/>
                    <a:pt x="1813792" y="116709"/>
                  </a:cubicBezTo>
                  <a:cubicBezTo>
                    <a:pt x="1784616" y="184058"/>
                    <a:pt x="1755168" y="251202"/>
                    <a:pt x="1726742" y="318824"/>
                  </a:cubicBezTo>
                  <a:cubicBezTo>
                    <a:pt x="1722175" y="329730"/>
                    <a:pt x="1715972" y="332662"/>
                    <a:pt x="1705338" y="333275"/>
                  </a:cubicBezTo>
                  <a:cubicBezTo>
                    <a:pt x="1641193" y="337092"/>
                    <a:pt x="1577116" y="341387"/>
                    <a:pt x="1512971" y="345750"/>
                  </a:cubicBezTo>
                  <a:cubicBezTo>
                    <a:pt x="1502814" y="346431"/>
                    <a:pt x="1492725" y="348272"/>
                    <a:pt x="1478615" y="350112"/>
                  </a:cubicBezTo>
                  <a:cubicBezTo>
                    <a:pt x="1488022" y="359042"/>
                    <a:pt x="1494361" y="365314"/>
                    <a:pt x="1501042" y="371244"/>
                  </a:cubicBezTo>
                  <a:cubicBezTo>
                    <a:pt x="1550599" y="415280"/>
                    <a:pt x="1600156" y="459316"/>
                    <a:pt x="1650055" y="503011"/>
                  </a:cubicBezTo>
                  <a:cubicBezTo>
                    <a:pt x="1657076" y="509146"/>
                    <a:pt x="1657348" y="514463"/>
                    <a:pt x="1654213" y="522643"/>
                  </a:cubicBezTo>
                  <a:cubicBezTo>
                    <a:pt x="1635671" y="570223"/>
                    <a:pt x="1617675" y="618077"/>
                    <a:pt x="1599475" y="665793"/>
                  </a:cubicBezTo>
                  <a:cubicBezTo>
                    <a:pt x="1592726" y="683449"/>
                    <a:pt x="1585909" y="701104"/>
                    <a:pt x="1578616" y="720191"/>
                  </a:cubicBezTo>
                  <a:cubicBezTo>
                    <a:pt x="1461437" y="605806"/>
                    <a:pt x="1320195" y="552159"/>
                    <a:pt x="1158366" y="534368"/>
                  </a:cubicBezTo>
                  <a:cubicBezTo>
                    <a:pt x="1222375" y="630278"/>
                    <a:pt x="1273500" y="728439"/>
                    <a:pt x="1312492" y="837301"/>
                  </a:cubicBezTo>
                  <a:cubicBezTo>
                    <a:pt x="1210650" y="758500"/>
                    <a:pt x="1097970" y="719236"/>
                    <a:pt x="973361" y="710238"/>
                  </a:cubicBezTo>
                  <a:close/>
                  <a:moveTo>
                    <a:pt x="1748556" y="1447600"/>
                  </a:moveTo>
                  <a:cubicBezTo>
                    <a:pt x="1736286" y="1440715"/>
                    <a:pt x="1725243" y="1434921"/>
                    <a:pt x="1714472" y="1428513"/>
                  </a:cubicBezTo>
                  <a:cubicBezTo>
                    <a:pt x="1699407" y="1419515"/>
                    <a:pt x="1683661" y="1416243"/>
                    <a:pt x="1666551" y="1421697"/>
                  </a:cubicBezTo>
                  <a:cubicBezTo>
                    <a:pt x="1657417" y="1424628"/>
                    <a:pt x="1648282" y="1427491"/>
                    <a:pt x="1639080" y="1430217"/>
                  </a:cubicBezTo>
                  <a:cubicBezTo>
                    <a:pt x="1601997" y="1441329"/>
                    <a:pt x="1566346" y="1442760"/>
                    <a:pt x="1530422" y="1423196"/>
                  </a:cubicBezTo>
                  <a:cubicBezTo>
                    <a:pt x="1495043" y="1403905"/>
                    <a:pt x="1467026" y="1421219"/>
                    <a:pt x="1461437" y="1461710"/>
                  </a:cubicBezTo>
                  <a:cubicBezTo>
                    <a:pt x="1455506" y="1504656"/>
                    <a:pt x="1460210" y="1546783"/>
                    <a:pt x="1471116" y="1588024"/>
                  </a:cubicBezTo>
                  <a:cubicBezTo>
                    <a:pt x="1505132" y="1716382"/>
                    <a:pt x="1570981" y="1824222"/>
                    <a:pt x="1680866" y="1901864"/>
                  </a:cubicBezTo>
                  <a:cubicBezTo>
                    <a:pt x="1723948" y="1932335"/>
                    <a:pt x="1772278" y="1950127"/>
                    <a:pt x="1825721" y="1948491"/>
                  </a:cubicBezTo>
                  <a:cubicBezTo>
                    <a:pt x="1874528" y="1946991"/>
                    <a:pt x="1918564" y="1929336"/>
                    <a:pt x="1958510" y="1901864"/>
                  </a:cubicBezTo>
                  <a:cubicBezTo>
                    <a:pt x="2041196" y="1845150"/>
                    <a:pt x="2097434" y="1767030"/>
                    <a:pt x="2137925" y="1676709"/>
                  </a:cubicBezTo>
                  <a:cubicBezTo>
                    <a:pt x="2164238" y="1618017"/>
                    <a:pt x="2181143" y="1556531"/>
                    <a:pt x="2179507" y="1491772"/>
                  </a:cubicBezTo>
                  <a:cubicBezTo>
                    <a:pt x="2179030" y="1471799"/>
                    <a:pt x="2173304" y="1450667"/>
                    <a:pt x="2164647" y="1432603"/>
                  </a:cubicBezTo>
                  <a:cubicBezTo>
                    <a:pt x="2154967" y="1412289"/>
                    <a:pt x="2137653" y="1411608"/>
                    <a:pt x="2118021" y="1421492"/>
                  </a:cubicBezTo>
                  <a:cubicBezTo>
                    <a:pt x="2103024" y="1429059"/>
                    <a:pt x="2086255" y="1434376"/>
                    <a:pt x="2069758" y="1437239"/>
                  </a:cubicBezTo>
                  <a:cubicBezTo>
                    <a:pt x="2041605" y="1442147"/>
                    <a:pt x="2014816" y="1434989"/>
                    <a:pt x="1988504" y="1424287"/>
                  </a:cubicBezTo>
                  <a:cubicBezTo>
                    <a:pt x="1960555" y="1412903"/>
                    <a:pt x="1948421" y="1418425"/>
                    <a:pt x="1934788" y="1445487"/>
                  </a:cubicBezTo>
                  <a:cubicBezTo>
                    <a:pt x="1929812" y="1455439"/>
                    <a:pt x="1925790" y="1466073"/>
                    <a:pt x="1919314" y="1474935"/>
                  </a:cubicBezTo>
                  <a:cubicBezTo>
                    <a:pt x="1913588" y="1482774"/>
                    <a:pt x="1904999" y="1488637"/>
                    <a:pt x="1895796" y="1497021"/>
                  </a:cubicBezTo>
                  <a:cubicBezTo>
                    <a:pt x="1892320" y="1487818"/>
                    <a:pt x="1890275" y="1483251"/>
                    <a:pt x="1888775" y="1478548"/>
                  </a:cubicBezTo>
                  <a:cubicBezTo>
                    <a:pt x="1872688" y="1427423"/>
                    <a:pt x="1871870" y="1375752"/>
                    <a:pt x="1878073" y="1322582"/>
                  </a:cubicBezTo>
                  <a:cubicBezTo>
                    <a:pt x="1882981" y="1281136"/>
                    <a:pt x="1903636" y="1254824"/>
                    <a:pt x="1938810" y="1236964"/>
                  </a:cubicBezTo>
                  <a:cubicBezTo>
                    <a:pt x="2006772" y="1202472"/>
                    <a:pt x="2076575" y="1201926"/>
                    <a:pt x="2147810" y="1225853"/>
                  </a:cubicBezTo>
                  <a:cubicBezTo>
                    <a:pt x="2154354" y="1228034"/>
                    <a:pt x="2161784" y="1227625"/>
                    <a:pt x="2168873" y="1228375"/>
                  </a:cubicBezTo>
                  <a:cubicBezTo>
                    <a:pt x="2168396" y="1221149"/>
                    <a:pt x="2169419" y="1213447"/>
                    <a:pt x="2167169" y="1206834"/>
                  </a:cubicBezTo>
                  <a:cubicBezTo>
                    <a:pt x="2149582" y="1154959"/>
                    <a:pt x="2117475" y="1112832"/>
                    <a:pt x="2074735" y="1079499"/>
                  </a:cubicBezTo>
                  <a:cubicBezTo>
                    <a:pt x="1989390" y="1012968"/>
                    <a:pt x="1891706" y="987814"/>
                    <a:pt x="1784480" y="995858"/>
                  </a:cubicBezTo>
                  <a:cubicBezTo>
                    <a:pt x="1709087" y="1001516"/>
                    <a:pt x="1639966" y="1024488"/>
                    <a:pt x="1578343" y="1068524"/>
                  </a:cubicBezTo>
                  <a:cubicBezTo>
                    <a:pt x="1527218" y="1105061"/>
                    <a:pt x="1488567" y="1151483"/>
                    <a:pt x="1469685" y="1212492"/>
                  </a:cubicBezTo>
                  <a:cubicBezTo>
                    <a:pt x="1468390" y="1216787"/>
                    <a:pt x="1468253" y="1223808"/>
                    <a:pt x="1470707" y="1226194"/>
                  </a:cubicBezTo>
                  <a:cubicBezTo>
                    <a:pt x="1473229" y="1228648"/>
                    <a:pt x="1479978" y="1227966"/>
                    <a:pt x="1484545" y="1226944"/>
                  </a:cubicBezTo>
                  <a:cubicBezTo>
                    <a:pt x="1510108" y="1221286"/>
                    <a:pt x="1535193" y="1212833"/>
                    <a:pt x="1561029" y="1209629"/>
                  </a:cubicBezTo>
                  <a:cubicBezTo>
                    <a:pt x="1615971" y="1202949"/>
                    <a:pt x="1667573" y="1214674"/>
                    <a:pt x="1714609" y="1244599"/>
                  </a:cubicBezTo>
                  <a:cubicBezTo>
                    <a:pt x="1738672" y="1259936"/>
                    <a:pt x="1756872" y="1278819"/>
                    <a:pt x="1757417" y="1309835"/>
                  </a:cubicBezTo>
                  <a:cubicBezTo>
                    <a:pt x="1757622" y="1320878"/>
                    <a:pt x="1760621" y="1331853"/>
                    <a:pt x="1761439" y="1342896"/>
                  </a:cubicBezTo>
                  <a:cubicBezTo>
                    <a:pt x="1764030" y="1377865"/>
                    <a:pt x="1761644" y="1412289"/>
                    <a:pt x="1748488" y="1447532"/>
                  </a:cubicBezTo>
                  <a:close/>
                  <a:moveTo>
                    <a:pt x="598102" y="1204585"/>
                  </a:moveTo>
                  <a:cubicBezTo>
                    <a:pt x="596057" y="1194837"/>
                    <a:pt x="594694" y="1187475"/>
                    <a:pt x="592990" y="1180181"/>
                  </a:cubicBezTo>
                  <a:cubicBezTo>
                    <a:pt x="565791" y="1065388"/>
                    <a:pt x="508735" y="969477"/>
                    <a:pt x="412961" y="898652"/>
                  </a:cubicBezTo>
                  <a:cubicBezTo>
                    <a:pt x="405803" y="893335"/>
                    <a:pt x="393806" y="889722"/>
                    <a:pt x="385626" y="891767"/>
                  </a:cubicBezTo>
                  <a:cubicBezTo>
                    <a:pt x="374106" y="894630"/>
                    <a:pt x="375469" y="907445"/>
                    <a:pt x="375810" y="917738"/>
                  </a:cubicBezTo>
                  <a:cubicBezTo>
                    <a:pt x="377718" y="972476"/>
                    <a:pt x="375946" y="1026942"/>
                    <a:pt x="365244" y="1080998"/>
                  </a:cubicBezTo>
                  <a:cubicBezTo>
                    <a:pt x="342885" y="1194019"/>
                    <a:pt x="294282" y="1295588"/>
                    <a:pt x="231637" y="1391090"/>
                  </a:cubicBezTo>
                  <a:cubicBezTo>
                    <a:pt x="178398" y="1472208"/>
                    <a:pt x="116026" y="1546101"/>
                    <a:pt x="50517" y="1617472"/>
                  </a:cubicBezTo>
                  <a:cubicBezTo>
                    <a:pt x="47041" y="1621289"/>
                    <a:pt x="44109" y="1625516"/>
                    <a:pt x="40906" y="1629606"/>
                  </a:cubicBezTo>
                  <a:cubicBezTo>
                    <a:pt x="41451" y="1631242"/>
                    <a:pt x="41928" y="1632946"/>
                    <a:pt x="42473" y="1634582"/>
                  </a:cubicBezTo>
                  <a:cubicBezTo>
                    <a:pt x="66400" y="1636559"/>
                    <a:pt x="90395" y="1640308"/>
                    <a:pt x="114321" y="1640103"/>
                  </a:cubicBezTo>
                  <a:cubicBezTo>
                    <a:pt x="163197" y="1639694"/>
                    <a:pt x="208596" y="1623471"/>
                    <a:pt x="252837" y="1604384"/>
                  </a:cubicBezTo>
                  <a:cubicBezTo>
                    <a:pt x="306211" y="1581343"/>
                    <a:pt x="358700" y="1556122"/>
                    <a:pt x="412688" y="1534581"/>
                  </a:cubicBezTo>
                  <a:cubicBezTo>
                    <a:pt x="496124" y="1501247"/>
                    <a:pt x="581606" y="1490136"/>
                    <a:pt x="668996" y="1519584"/>
                  </a:cubicBezTo>
                  <a:cubicBezTo>
                    <a:pt x="678744" y="1522856"/>
                    <a:pt x="682561" y="1517744"/>
                    <a:pt x="687196" y="1511132"/>
                  </a:cubicBezTo>
                  <a:cubicBezTo>
                    <a:pt x="769065" y="1395384"/>
                    <a:pt x="864635" y="1292657"/>
                    <a:pt x="976565" y="1205335"/>
                  </a:cubicBezTo>
                  <a:cubicBezTo>
                    <a:pt x="995515" y="1190542"/>
                    <a:pt x="1014875" y="1176227"/>
                    <a:pt x="1037234" y="1159254"/>
                  </a:cubicBezTo>
                  <a:cubicBezTo>
                    <a:pt x="881268" y="1101585"/>
                    <a:pt x="737435" y="1122307"/>
                    <a:pt x="598102" y="1204721"/>
                  </a:cubicBezTo>
                  <a:close/>
                  <a:moveTo>
                    <a:pt x="3599834" y="1630833"/>
                  </a:moveTo>
                  <a:cubicBezTo>
                    <a:pt x="3594721" y="1624698"/>
                    <a:pt x="3591722" y="1620812"/>
                    <a:pt x="3588450" y="1617267"/>
                  </a:cubicBezTo>
                  <a:cubicBezTo>
                    <a:pt x="3528054" y="1551623"/>
                    <a:pt x="3470385" y="1483728"/>
                    <a:pt x="3420009" y="1409904"/>
                  </a:cubicBezTo>
                  <a:cubicBezTo>
                    <a:pt x="3317555" y="1259664"/>
                    <a:pt x="3251364" y="1097972"/>
                    <a:pt x="3262953" y="911603"/>
                  </a:cubicBezTo>
                  <a:cubicBezTo>
                    <a:pt x="3263362" y="904855"/>
                    <a:pt x="3258863" y="893607"/>
                    <a:pt x="3253955" y="891835"/>
                  </a:cubicBezTo>
                  <a:cubicBezTo>
                    <a:pt x="3247547" y="889449"/>
                    <a:pt x="3236708" y="892039"/>
                    <a:pt x="3230642" y="896470"/>
                  </a:cubicBezTo>
                  <a:cubicBezTo>
                    <a:pt x="3150886" y="953867"/>
                    <a:pt x="3096693" y="1030555"/>
                    <a:pt x="3064451" y="1122785"/>
                  </a:cubicBezTo>
                  <a:cubicBezTo>
                    <a:pt x="3055248" y="1149165"/>
                    <a:pt x="3048909" y="1176500"/>
                    <a:pt x="3041001" y="1204244"/>
                  </a:cubicBezTo>
                  <a:cubicBezTo>
                    <a:pt x="2975902" y="1163957"/>
                    <a:pt x="2905894" y="1138054"/>
                    <a:pt x="2829684" y="1129874"/>
                  </a:cubicBezTo>
                  <a:cubicBezTo>
                    <a:pt x="2753269" y="1121694"/>
                    <a:pt x="2679307" y="1129874"/>
                    <a:pt x="2604869" y="1159799"/>
                  </a:cubicBezTo>
                  <a:cubicBezTo>
                    <a:pt x="2611004" y="1164775"/>
                    <a:pt x="2614412" y="1167502"/>
                    <a:pt x="2617821" y="1170297"/>
                  </a:cubicBezTo>
                  <a:cubicBezTo>
                    <a:pt x="2665742" y="1210038"/>
                    <a:pt x="2715368" y="1247871"/>
                    <a:pt x="2761176" y="1289862"/>
                  </a:cubicBezTo>
                  <a:cubicBezTo>
                    <a:pt x="2832683" y="1355438"/>
                    <a:pt x="2894511" y="1429877"/>
                    <a:pt x="2949385" y="1509973"/>
                  </a:cubicBezTo>
                  <a:cubicBezTo>
                    <a:pt x="2955793" y="1519312"/>
                    <a:pt x="2961587" y="1520948"/>
                    <a:pt x="2973039" y="1518289"/>
                  </a:cubicBezTo>
                  <a:cubicBezTo>
                    <a:pt x="3001941" y="1511609"/>
                    <a:pt x="3031321" y="1504724"/>
                    <a:pt x="3060838" y="1503156"/>
                  </a:cubicBezTo>
                  <a:cubicBezTo>
                    <a:pt x="3135412" y="1499202"/>
                    <a:pt x="3204193" y="1523129"/>
                    <a:pt x="3271542" y="1552100"/>
                  </a:cubicBezTo>
                  <a:cubicBezTo>
                    <a:pt x="3329075" y="1576845"/>
                    <a:pt x="3386199" y="1602748"/>
                    <a:pt x="3444754" y="1624766"/>
                  </a:cubicBezTo>
                  <a:cubicBezTo>
                    <a:pt x="3493834" y="1643239"/>
                    <a:pt x="3545164" y="1645557"/>
                    <a:pt x="3599902" y="1630901"/>
                  </a:cubicBezTo>
                  <a:close/>
                  <a:moveTo>
                    <a:pt x="1684274" y="1346986"/>
                  </a:moveTo>
                  <a:cubicBezTo>
                    <a:pt x="1686456" y="1330353"/>
                    <a:pt x="1678889" y="1318969"/>
                    <a:pt x="1668800" y="1309766"/>
                  </a:cubicBezTo>
                  <a:cubicBezTo>
                    <a:pt x="1621765" y="1266889"/>
                    <a:pt x="1566482" y="1255369"/>
                    <a:pt x="1505404" y="1269343"/>
                  </a:cubicBezTo>
                  <a:cubicBezTo>
                    <a:pt x="1488158" y="1273297"/>
                    <a:pt x="1473638" y="1283113"/>
                    <a:pt x="1472071" y="1302200"/>
                  </a:cubicBezTo>
                  <a:cubicBezTo>
                    <a:pt x="1470366" y="1322854"/>
                    <a:pt x="1479024" y="1340237"/>
                    <a:pt x="1495247" y="1353189"/>
                  </a:cubicBezTo>
                  <a:cubicBezTo>
                    <a:pt x="1557007" y="1310653"/>
                    <a:pt x="1619788" y="1329603"/>
                    <a:pt x="1684274" y="1346986"/>
                  </a:cubicBezTo>
                  <a:close/>
                  <a:moveTo>
                    <a:pt x="2144879" y="1353802"/>
                  </a:moveTo>
                  <a:cubicBezTo>
                    <a:pt x="2161170" y="1339624"/>
                    <a:pt x="2170509" y="1323195"/>
                    <a:pt x="2166828" y="1302541"/>
                  </a:cubicBezTo>
                  <a:cubicBezTo>
                    <a:pt x="2163147" y="1281750"/>
                    <a:pt x="2146651" y="1272070"/>
                    <a:pt x="2127837" y="1269752"/>
                  </a:cubicBezTo>
                  <a:cubicBezTo>
                    <a:pt x="2105546" y="1267026"/>
                    <a:pt x="2082574" y="1265526"/>
                    <a:pt x="2060351" y="1267639"/>
                  </a:cubicBezTo>
                  <a:cubicBezTo>
                    <a:pt x="2029199" y="1270639"/>
                    <a:pt x="2000910" y="1282841"/>
                    <a:pt x="1977597" y="1304790"/>
                  </a:cubicBezTo>
                  <a:cubicBezTo>
                    <a:pt x="1970030" y="1311880"/>
                    <a:pt x="1964441" y="1334443"/>
                    <a:pt x="1971053" y="1339010"/>
                  </a:cubicBezTo>
                  <a:cubicBezTo>
                    <a:pt x="1976165" y="1342487"/>
                    <a:pt x="1986049" y="1339215"/>
                    <a:pt x="1993821" y="1338533"/>
                  </a:cubicBezTo>
                  <a:cubicBezTo>
                    <a:pt x="1996820" y="1338260"/>
                    <a:pt x="1999683" y="1337033"/>
                    <a:pt x="2002614" y="1336352"/>
                  </a:cubicBezTo>
                  <a:cubicBezTo>
                    <a:pt x="2051490" y="1325649"/>
                    <a:pt x="2100297" y="1316106"/>
                    <a:pt x="2144879" y="1353734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92"/>
            <p:cNvSpPr/>
            <p:nvPr/>
          </p:nvSpPr>
          <p:spPr>
            <a:xfrm>
              <a:off x="5906632" y="2255185"/>
              <a:ext cx="381053" cy="148379"/>
            </a:xfrm>
            <a:custGeom>
              <a:avLst/>
              <a:gdLst/>
              <a:ahLst/>
              <a:cxnLst/>
              <a:rect l="l" t="t" r="r" b="b"/>
              <a:pathLst>
                <a:path w="381053" h="148379" extrusionOk="0">
                  <a:moveTo>
                    <a:pt x="379622" y="148380"/>
                  </a:moveTo>
                  <a:cubicBezTo>
                    <a:pt x="253649" y="127248"/>
                    <a:pt x="127677" y="127384"/>
                    <a:pt x="1704" y="148380"/>
                  </a:cubicBezTo>
                  <a:cubicBezTo>
                    <a:pt x="1159" y="146812"/>
                    <a:pt x="545" y="145244"/>
                    <a:pt x="0" y="143608"/>
                  </a:cubicBezTo>
                  <a:cubicBezTo>
                    <a:pt x="2795" y="140745"/>
                    <a:pt x="5317" y="137473"/>
                    <a:pt x="8453" y="135019"/>
                  </a:cubicBezTo>
                  <a:cubicBezTo>
                    <a:pt x="66122" y="90642"/>
                    <a:pt x="123791" y="46265"/>
                    <a:pt x="181938" y="2434"/>
                  </a:cubicBezTo>
                  <a:cubicBezTo>
                    <a:pt x="185687" y="-429"/>
                    <a:pt x="195026" y="-906"/>
                    <a:pt x="198570" y="1752"/>
                  </a:cubicBezTo>
                  <a:cubicBezTo>
                    <a:pt x="257944" y="46402"/>
                    <a:pt x="316840" y="91733"/>
                    <a:pt x="375736" y="136996"/>
                  </a:cubicBezTo>
                  <a:cubicBezTo>
                    <a:pt x="377918" y="138632"/>
                    <a:pt x="379281" y="141290"/>
                    <a:pt x="381053" y="143471"/>
                  </a:cubicBezTo>
                  <a:cubicBezTo>
                    <a:pt x="380576" y="145107"/>
                    <a:pt x="380099" y="146744"/>
                    <a:pt x="379622" y="14838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92"/>
            <p:cNvSpPr/>
            <p:nvPr/>
          </p:nvSpPr>
          <p:spPr>
            <a:xfrm>
              <a:off x="5951145" y="3313559"/>
              <a:ext cx="286028" cy="105097"/>
            </a:xfrm>
            <a:custGeom>
              <a:avLst/>
              <a:gdLst/>
              <a:ahLst/>
              <a:cxnLst/>
              <a:rect l="l" t="t" r="r" b="b"/>
              <a:pathLst>
                <a:path w="286028" h="105097" extrusionOk="0">
                  <a:moveTo>
                    <a:pt x="286028" y="8760"/>
                  </a:moveTo>
                  <a:cubicBezTo>
                    <a:pt x="265101" y="30641"/>
                    <a:pt x="245333" y="53886"/>
                    <a:pt x="222974" y="74200"/>
                  </a:cubicBezTo>
                  <a:cubicBezTo>
                    <a:pt x="177370" y="115577"/>
                    <a:pt x="111453" y="115373"/>
                    <a:pt x="65713" y="73723"/>
                  </a:cubicBezTo>
                  <a:cubicBezTo>
                    <a:pt x="43695" y="53682"/>
                    <a:pt x="24336" y="30778"/>
                    <a:pt x="0" y="5283"/>
                  </a:cubicBezTo>
                  <a:cubicBezTo>
                    <a:pt x="8998" y="2965"/>
                    <a:pt x="15269" y="-375"/>
                    <a:pt x="21200" y="34"/>
                  </a:cubicBezTo>
                  <a:cubicBezTo>
                    <a:pt x="67008" y="3170"/>
                    <a:pt x="112816" y="9578"/>
                    <a:pt x="158624" y="9918"/>
                  </a:cubicBezTo>
                  <a:cubicBezTo>
                    <a:pt x="194753" y="10259"/>
                    <a:pt x="230950" y="3238"/>
                    <a:pt x="267215" y="102"/>
                  </a:cubicBezTo>
                  <a:cubicBezTo>
                    <a:pt x="273281" y="-443"/>
                    <a:pt x="279553" y="2079"/>
                    <a:pt x="285756" y="3170"/>
                  </a:cubicBezTo>
                  <a:cubicBezTo>
                    <a:pt x="285824" y="5010"/>
                    <a:pt x="285892" y="6851"/>
                    <a:pt x="286028" y="8760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92"/>
            <p:cNvSpPr/>
            <p:nvPr/>
          </p:nvSpPr>
          <p:spPr>
            <a:xfrm>
              <a:off x="6007907" y="3192187"/>
              <a:ext cx="177153" cy="58216"/>
            </a:xfrm>
            <a:custGeom>
              <a:avLst/>
              <a:gdLst/>
              <a:ahLst/>
              <a:cxnLst/>
              <a:rect l="l" t="t" r="r" b="b"/>
              <a:pathLst>
                <a:path w="177153" h="58216" extrusionOk="0">
                  <a:moveTo>
                    <a:pt x="88638" y="58216"/>
                  </a:moveTo>
                  <a:cubicBezTo>
                    <a:pt x="70233" y="52558"/>
                    <a:pt x="53532" y="47378"/>
                    <a:pt x="36831" y="42197"/>
                  </a:cubicBezTo>
                  <a:cubicBezTo>
                    <a:pt x="28174" y="39470"/>
                    <a:pt x="19313" y="37221"/>
                    <a:pt x="11201" y="33471"/>
                  </a:cubicBezTo>
                  <a:cubicBezTo>
                    <a:pt x="6702" y="31358"/>
                    <a:pt x="2339" y="27200"/>
                    <a:pt x="89" y="22769"/>
                  </a:cubicBezTo>
                  <a:cubicBezTo>
                    <a:pt x="-729" y="21201"/>
                    <a:pt x="4248" y="15134"/>
                    <a:pt x="7656" y="13226"/>
                  </a:cubicBezTo>
                  <a:cubicBezTo>
                    <a:pt x="25448" y="3273"/>
                    <a:pt x="42966" y="-3407"/>
                    <a:pt x="64984" y="2796"/>
                  </a:cubicBezTo>
                  <a:cubicBezTo>
                    <a:pt x="79572" y="6886"/>
                    <a:pt x="97159" y="5932"/>
                    <a:pt x="112020" y="2115"/>
                  </a:cubicBezTo>
                  <a:cubicBezTo>
                    <a:pt x="134446" y="-3611"/>
                    <a:pt x="152647" y="2933"/>
                    <a:pt x="170643" y="14044"/>
                  </a:cubicBezTo>
                  <a:cubicBezTo>
                    <a:pt x="179778" y="19702"/>
                    <a:pt x="179028" y="28018"/>
                    <a:pt x="170098" y="31358"/>
                  </a:cubicBezTo>
                  <a:cubicBezTo>
                    <a:pt x="143308" y="41242"/>
                    <a:pt x="115905" y="49354"/>
                    <a:pt x="88706" y="58216"/>
                  </a:cubicBezTo>
                  <a:close/>
                </a:path>
              </a:pathLst>
            </a:custGeom>
            <a:solidFill>
              <a:srgbClr val="00754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9"/>
            </a:gs>
            <a:gs pos="80000">
              <a:srgbClr val="DFDAD9"/>
            </a:gs>
            <a:gs pos="100000">
              <a:srgbClr val="ECEAE9"/>
            </a:gs>
          </a:gsLst>
          <a:lin ang="5400000" scaled="0"/>
        </a:gra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4"/>
          <p:cNvSpPr txBox="1"/>
          <p:nvPr/>
        </p:nvSpPr>
        <p:spPr>
          <a:xfrm>
            <a:off x="2752078" y="2190876"/>
            <a:ext cx="363984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0" i="0">
                <a:solidFill>
                  <a:srgbClr val="0075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4587"/>
      </a:accent1>
      <a:accent2>
        <a:srgbClr val="ED7D31"/>
      </a:accent2>
      <a:accent3>
        <a:srgbClr val="A5A5A5"/>
      </a:accent3>
      <a:accent4>
        <a:srgbClr val="E4AA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4587"/>
      </a:accent1>
      <a:accent2>
        <a:srgbClr val="ED7D31"/>
      </a:accent2>
      <a:accent3>
        <a:srgbClr val="A5A5A5"/>
      </a:accent3>
      <a:accent4>
        <a:srgbClr val="E4AA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584</Words>
  <Application>Microsoft Office PowerPoint</Application>
  <PresentationFormat>On-screen Show (16:9)</PresentationFormat>
  <Paragraphs>74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Courier New</vt:lpstr>
      <vt:lpstr>Poppins SemiBold</vt:lpstr>
      <vt:lpstr>Inter</vt:lpstr>
      <vt:lpstr>Poppins</vt:lpstr>
      <vt:lpstr>Inter SemiBold</vt:lpstr>
      <vt:lpstr>Simple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5-Month moving average symmetrical technique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Jaga M</cp:lastModifiedBy>
  <cp:revision>10</cp:revision>
  <dcterms:modified xsi:type="dcterms:W3CDTF">2026-04-07T07:50:22Z</dcterms:modified>
</cp:coreProperties>
</file>